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مقترح شركة الخليج للتطوير للمقاولات · المراجعة 01 · 12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7</a:t>
            </a:r>
            <a:endParaRPr lang="ar-SA" sz="650" dirty="0"/>
          </a:p>
        </p:txBody>
      </p:sp>
      <p:sp>
        <p:nvSpPr>
          <p:cNvPr id="40" name="Shape 38"/>
          <p:cNvSpPr/>
          <p:nvPr/>
        </p:nvSpPr>
        <p:spPr>
          <a:xfrm>
            <a:off x="602705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2705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42" name="Text 40"/>
          <p:cNvSpPr/>
          <p:nvPr/>
        </p:nvSpPr>
        <p:spPr>
          <a:xfrm>
            <a:off x="602705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43" name="Shape 41"/>
          <p:cNvSpPr/>
          <p:nvPr/>
        </p:nvSpPr>
        <p:spPr>
          <a:xfrm>
            <a:off x="614751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0660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0660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90660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78615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8615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49" name="Text 47"/>
          <p:cNvSpPr/>
          <p:nvPr/>
        </p:nvSpPr>
        <p:spPr>
          <a:xfrm>
            <a:off x="578615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50" name="Shape 48"/>
          <p:cNvSpPr/>
          <p:nvPr/>
        </p:nvSpPr>
        <p:spPr>
          <a:xfrm>
            <a:off x="566569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569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52" name="Text 50"/>
          <p:cNvSpPr/>
          <p:nvPr/>
        </p:nvSpPr>
        <p:spPr>
          <a:xfrm>
            <a:off x="566569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53" name="Shape 51"/>
          <p:cNvSpPr/>
          <p:nvPr/>
        </p:nvSpPr>
        <p:spPr>
          <a:xfrm>
            <a:off x="55452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452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55" name="Text 53"/>
          <p:cNvSpPr/>
          <p:nvPr/>
        </p:nvSpPr>
        <p:spPr>
          <a:xfrm>
            <a:off x="55452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56" name="Shape 54"/>
          <p:cNvSpPr/>
          <p:nvPr/>
        </p:nvSpPr>
        <p:spPr>
          <a:xfrm>
            <a:off x="54247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247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58" name="Text 56"/>
          <p:cNvSpPr/>
          <p:nvPr/>
        </p:nvSpPr>
        <p:spPr>
          <a:xfrm>
            <a:off x="54247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59" name="Shape 57"/>
          <p:cNvSpPr/>
          <p:nvPr/>
        </p:nvSpPr>
        <p:spPr>
          <a:xfrm>
            <a:off x="530433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0433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1" name="Text 59"/>
          <p:cNvSpPr/>
          <p:nvPr/>
        </p:nvSpPr>
        <p:spPr>
          <a:xfrm>
            <a:off x="530433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62" name="Shape 60"/>
          <p:cNvSpPr/>
          <p:nvPr/>
        </p:nvSpPr>
        <p:spPr>
          <a:xfrm>
            <a:off x="530433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8388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8388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65" name="Text 63"/>
          <p:cNvSpPr/>
          <p:nvPr/>
        </p:nvSpPr>
        <p:spPr>
          <a:xfrm>
            <a:off x="518388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66" name="Shape 64"/>
          <p:cNvSpPr/>
          <p:nvPr/>
        </p:nvSpPr>
        <p:spPr>
          <a:xfrm>
            <a:off x="530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6343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6343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506343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94298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4298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72" name="Text 70"/>
          <p:cNvSpPr/>
          <p:nvPr/>
        </p:nvSpPr>
        <p:spPr>
          <a:xfrm>
            <a:off x="494298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73" name="Shape 71"/>
          <p:cNvSpPr/>
          <p:nvPr/>
        </p:nvSpPr>
        <p:spPr>
          <a:xfrm>
            <a:off x="482252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2252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75" name="Text 73"/>
          <p:cNvSpPr/>
          <p:nvPr/>
        </p:nvSpPr>
        <p:spPr>
          <a:xfrm>
            <a:off x="482252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76" name="Shape 74"/>
          <p:cNvSpPr/>
          <p:nvPr/>
        </p:nvSpPr>
        <p:spPr>
          <a:xfrm>
            <a:off x="47020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7020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78" name="Text 76"/>
          <p:cNvSpPr/>
          <p:nvPr/>
        </p:nvSpPr>
        <p:spPr>
          <a:xfrm>
            <a:off x="47020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79" name="Shape 77"/>
          <p:cNvSpPr/>
          <p:nvPr/>
        </p:nvSpPr>
        <p:spPr>
          <a:xfrm>
            <a:off x="458162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8162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1" name="Text 79"/>
          <p:cNvSpPr/>
          <p:nvPr/>
        </p:nvSpPr>
        <p:spPr>
          <a:xfrm>
            <a:off x="458162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82" name="Shape 80"/>
          <p:cNvSpPr/>
          <p:nvPr/>
        </p:nvSpPr>
        <p:spPr>
          <a:xfrm>
            <a:off x="446116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6116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84" name="Text 82"/>
          <p:cNvSpPr/>
          <p:nvPr/>
        </p:nvSpPr>
        <p:spPr>
          <a:xfrm>
            <a:off x="446116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85" name="Shape 83"/>
          <p:cNvSpPr/>
          <p:nvPr/>
        </p:nvSpPr>
        <p:spPr>
          <a:xfrm>
            <a:off x="446116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34071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4071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88" name="Text 86"/>
          <p:cNvSpPr/>
          <p:nvPr/>
        </p:nvSpPr>
        <p:spPr>
          <a:xfrm>
            <a:off x="434071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89" name="Shape 87"/>
          <p:cNvSpPr/>
          <p:nvPr/>
        </p:nvSpPr>
        <p:spPr>
          <a:xfrm>
            <a:off x="446116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22026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22026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422026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409980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09980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95" name="Text 93"/>
          <p:cNvSpPr/>
          <p:nvPr/>
        </p:nvSpPr>
        <p:spPr>
          <a:xfrm>
            <a:off x="409980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96" name="Shape 94"/>
          <p:cNvSpPr/>
          <p:nvPr/>
        </p:nvSpPr>
        <p:spPr>
          <a:xfrm>
            <a:off x="397935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97935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98" name="Text 96"/>
          <p:cNvSpPr/>
          <p:nvPr/>
        </p:nvSpPr>
        <p:spPr>
          <a:xfrm>
            <a:off x="397935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99" name="Shape 97"/>
          <p:cNvSpPr/>
          <p:nvPr/>
        </p:nvSpPr>
        <p:spPr>
          <a:xfrm>
            <a:off x="385890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85890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1" name="Text 99"/>
          <p:cNvSpPr/>
          <p:nvPr/>
        </p:nvSpPr>
        <p:spPr>
          <a:xfrm>
            <a:off x="385890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102" name="Shape 100"/>
          <p:cNvSpPr/>
          <p:nvPr/>
        </p:nvSpPr>
        <p:spPr>
          <a:xfrm>
            <a:off x="373844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73844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04" name="Text 102"/>
          <p:cNvSpPr/>
          <p:nvPr/>
        </p:nvSpPr>
        <p:spPr>
          <a:xfrm>
            <a:off x="373844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105" name="Shape 103"/>
          <p:cNvSpPr/>
          <p:nvPr/>
        </p:nvSpPr>
        <p:spPr>
          <a:xfrm>
            <a:off x="361799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1799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07" name="Text 105"/>
          <p:cNvSpPr/>
          <p:nvPr/>
        </p:nvSpPr>
        <p:spPr>
          <a:xfrm>
            <a:off x="361799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108" name="Shape 106"/>
          <p:cNvSpPr/>
          <p:nvPr/>
        </p:nvSpPr>
        <p:spPr>
          <a:xfrm>
            <a:off x="361799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9754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49754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1" name="Text 109"/>
          <p:cNvSpPr/>
          <p:nvPr/>
        </p:nvSpPr>
        <p:spPr>
          <a:xfrm>
            <a:off x="349754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112" name="Shape 110"/>
          <p:cNvSpPr/>
          <p:nvPr/>
        </p:nvSpPr>
        <p:spPr>
          <a:xfrm>
            <a:off x="361799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37708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37708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337708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325663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25663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18" name="Text 116"/>
          <p:cNvSpPr/>
          <p:nvPr/>
        </p:nvSpPr>
        <p:spPr>
          <a:xfrm>
            <a:off x="325663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19" name="Shape 117"/>
          <p:cNvSpPr/>
          <p:nvPr/>
        </p:nvSpPr>
        <p:spPr>
          <a:xfrm>
            <a:off x="31361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1361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1" name="Text 119"/>
          <p:cNvSpPr/>
          <p:nvPr/>
        </p:nvSpPr>
        <p:spPr>
          <a:xfrm>
            <a:off x="31361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22" name="Shape 120"/>
          <p:cNvSpPr/>
          <p:nvPr/>
        </p:nvSpPr>
        <p:spPr>
          <a:xfrm>
            <a:off x="30157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0157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24" name="Text 122"/>
          <p:cNvSpPr/>
          <p:nvPr/>
        </p:nvSpPr>
        <p:spPr>
          <a:xfrm>
            <a:off x="30157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25" name="Shape 123"/>
          <p:cNvSpPr/>
          <p:nvPr/>
        </p:nvSpPr>
        <p:spPr>
          <a:xfrm>
            <a:off x="28952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8952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27" name="Text 125"/>
          <p:cNvSpPr/>
          <p:nvPr/>
        </p:nvSpPr>
        <p:spPr>
          <a:xfrm>
            <a:off x="28952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28" name="Shape 126"/>
          <p:cNvSpPr/>
          <p:nvPr/>
        </p:nvSpPr>
        <p:spPr>
          <a:xfrm>
            <a:off x="277482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7748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0" name="Text 128"/>
          <p:cNvSpPr/>
          <p:nvPr/>
        </p:nvSpPr>
        <p:spPr>
          <a:xfrm>
            <a:off x="27748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31" name="Shape 129"/>
          <p:cNvSpPr/>
          <p:nvPr/>
        </p:nvSpPr>
        <p:spPr>
          <a:xfrm>
            <a:off x="277482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65437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65437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34" name="Text 132"/>
          <p:cNvSpPr/>
          <p:nvPr/>
        </p:nvSpPr>
        <p:spPr>
          <a:xfrm>
            <a:off x="265437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35" name="Shape 133"/>
          <p:cNvSpPr/>
          <p:nvPr/>
        </p:nvSpPr>
        <p:spPr>
          <a:xfrm>
            <a:off x="2774823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53391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53391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253391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241346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41346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1" name="Text 139"/>
          <p:cNvSpPr/>
          <p:nvPr/>
        </p:nvSpPr>
        <p:spPr>
          <a:xfrm>
            <a:off x="241346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42" name="Shape 140"/>
          <p:cNvSpPr/>
          <p:nvPr/>
        </p:nvSpPr>
        <p:spPr>
          <a:xfrm>
            <a:off x="22930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2930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44" name="Text 142"/>
          <p:cNvSpPr/>
          <p:nvPr/>
        </p:nvSpPr>
        <p:spPr>
          <a:xfrm>
            <a:off x="22930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45" name="Shape 143"/>
          <p:cNvSpPr/>
          <p:nvPr/>
        </p:nvSpPr>
        <p:spPr>
          <a:xfrm>
            <a:off x="21725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1725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47" name="Text 145"/>
          <p:cNvSpPr/>
          <p:nvPr/>
        </p:nvSpPr>
        <p:spPr>
          <a:xfrm>
            <a:off x="21725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48" name="Shape 146"/>
          <p:cNvSpPr/>
          <p:nvPr/>
        </p:nvSpPr>
        <p:spPr>
          <a:xfrm>
            <a:off x="20521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0521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50" name="Text 148"/>
          <p:cNvSpPr/>
          <p:nvPr/>
        </p:nvSpPr>
        <p:spPr>
          <a:xfrm>
            <a:off x="20521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51" name="Shape 149"/>
          <p:cNvSpPr/>
          <p:nvPr/>
        </p:nvSpPr>
        <p:spPr>
          <a:xfrm>
            <a:off x="193165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9316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53" name="Text 151"/>
          <p:cNvSpPr/>
          <p:nvPr/>
        </p:nvSpPr>
        <p:spPr>
          <a:xfrm>
            <a:off x="19316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54" name="Shape 152"/>
          <p:cNvSpPr/>
          <p:nvPr/>
        </p:nvSpPr>
        <p:spPr>
          <a:xfrm>
            <a:off x="193165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81119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81119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57" name="Text 155"/>
          <p:cNvSpPr/>
          <p:nvPr/>
        </p:nvSpPr>
        <p:spPr>
          <a:xfrm>
            <a:off x="181119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58" name="Shape 156"/>
          <p:cNvSpPr/>
          <p:nvPr/>
        </p:nvSpPr>
        <p:spPr>
          <a:xfrm>
            <a:off x="193165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6907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6907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61" name="Text 159"/>
          <p:cNvSpPr/>
          <p:nvPr/>
        </p:nvSpPr>
        <p:spPr>
          <a:xfrm>
            <a:off x="16907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62" name="Shape 160"/>
          <p:cNvSpPr/>
          <p:nvPr/>
        </p:nvSpPr>
        <p:spPr>
          <a:xfrm>
            <a:off x="15702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5702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64" name="Text 162"/>
          <p:cNvSpPr/>
          <p:nvPr/>
        </p:nvSpPr>
        <p:spPr>
          <a:xfrm>
            <a:off x="15702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65" name="Shape 163"/>
          <p:cNvSpPr/>
          <p:nvPr/>
        </p:nvSpPr>
        <p:spPr>
          <a:xfrm>
            <a:off x="14498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4498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67" name="Text 165"/>
          <p:cNvSpPr/>
          <p:nvPr/>
        </p:nvSpPr>
        <p:spPr>
          <a:xfrm>
            <a:off x="14498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168" name="Shape 166"/>
          <p:cNvSpPr/>
          <p:nvPr/>
        </p:nvSpPr>
        <p:spPr>
          <a:xfrm>
            <a:off x="13293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3293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70" name="Text 168"/>
          <p:cNvSpPr/>
          <p:nvPr/>
        </p:nvSpPr>
        <p:spPr>
          <a:xfrm>
            <a:off x="13293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171" name="Shape 169"/>
          <p:cNvSpPr/>
          <p:nvPr/>
        </p:nvSpPr>
        <p:spPr>
          <a:xfrm>
            <a:off x="12089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2089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73" name="Text 171"/>
          <p:cNvSpPr/>
          <p:nvPr/>
        </p:nvSpPr>
        <p:spPr>
          <a:xfrm>
            <a:off x="12089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174" name="Shape 172"/>
          <p:cNvSpPr/>
          <p:nvPr/>
        </p:nvSpPr>
        <p:spPr>
          <a:xfrm>
            <a:off x="108847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884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76" name="Text 174"/>
          <p:cNvSpPr/>
          <p:nvPr/>
        </p:nvSpPr>
        <p:spPr>
          <a:xfrm>
            <a:off x="10884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177" name="Shape 175"/>
          <p:cNvSpPr/>
          <p:nvPr/>
        </p:nvSpPr>
        <p:spPr>
          <a:xfrm>
            <a:off x="108847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6802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96802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80" name="Text 178"/>
          <p:cNvSpPr/>
          <p:nvPr/>
        </p:nvSpPr>
        <p:spPr>
          <a:xfrm>
            <a:off x="96802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181" name="Shape 179"/>
          <p:cNvSpPr/>
          <p:nvPr/>
        </p:nvSpPr>
        <p:spPr>
          <a:xfrm>
            <a:off x="108847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475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8475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84" name="Text 182"/>
          <p:cNvSpPr/>
          <p:nvPr/>
        </p:nvSpPr>
        <p:spPr>
          <a:xfrm>
            <a:off x="8475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185" name="Shape 183"/>
          <p:cNvSpPr/>
          <p:nvPr/>
        </p:nvSpPr>
        <p:spPr>
          <a:xfrm>
            <a:off x="72711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7271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87" name="Text 185"/>
          <p:cNvSpPr/>
          <p:nvPr/>
        </p:nvSpPr>
        <p:spPr>
          <a:xfrm>
            <a:off x="7271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188" name="Shape 186"/>
          <p:cNvSpPr/>
          <p:nvPr/>
        </p:nvSpPr>
        <p:spPr>
          <a:xfrm>
            <a:off x="6066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6066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90" name="Text 188"/>
          <p:cNvSpPr/>
          <p:nvPr/>
        </p:nvSpPr>
        <p:spPr>
          <a:xfrm>
            <a:off x="6066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191" name="Shape 189"/>
          <p:cNvSpPr/>
          <p:nvPr/>
        </p:nvSpPr>
        <p:spPr>
          <a:xfrm>
            <a:off x="4862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862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93" name="Text 191"/>
          <p:cNvSpPr/>
          <p:nvPr/>
        </p:nvSpPr>
        <p:spPr>
          <a:xfrm>
            <a:off x="4862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194" name="Shape 192"/>
          <p:cNvSpPr/>
          <p:nvPr/>
        </p:nvSpPr>
        <p:spPr>
          <a:xfrm>
            <a:off x="3657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657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96" name="Text 194"/>
          <p:cNvSpPr/>
          <p:nvPr/>
        </p:nvSpPr>
        <p:spPr>
          <a:xfrm>
            <a:off x="3657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197" name="Shape 195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200" name="Text 198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201" name="Text 199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ar-SA" sz="1100" dirty="0"/>
          </a:p>
        </p:txBody>
      </p:sp>
      <p:sp>
        <p:nvSpPr>
          <p:cNvPr id="202" name="Text 200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850" dirty="0"/>
          </a:p>
        </p:txBody>
      </p:sp>
      <p:sp>
        <p:nvSpPr>
          <p:cNvPr id="203" name="Text 201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850" dirty="0"/>
          </a:p>
        </p:txBody>
      </p:sp>
      <p:sp>
        <p:nvSpPr>
          <p:cNvPr id="204" name="Shape 202"/>
          <p:cNvSpPr/>
          <p:nvPr/>
        </p:nvSpPr>
        <p:spPr>
          <a:xfrm>
            <a:off x="606666" y="2011680"/>
            <a:ext cx="5179485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606666" y="2011680"/>
            <a:ext cx="51794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يوم عمل · 13 أكتوبر → 24 نوفمبر</a:t>
            </a:r>
            <a:endParaRPr lang="ar-SA" sz="850" dirty="0"/>
          </a:p>
        </p:txBody>
      </p:sp>
      <p:sp>
        <p:nvSpPr>
          <p:cNvPr id="206" name="Shape 204"/>
          <p:cNvSpPr/>
          <p:nvPr/>
        </p:nvSpPr>
        <p:spPr>
          <a:xfrm>
            <a:off x="6147511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238951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ميل ستون</a:t>
            </a:r>
            <a:endParaRPr lang="ar-SA" sz="1000" dirty="0"/>
          </a:p>
        </p:txBody>
      </p:sp>
      <p:sp>
        <p:nvSpPr>
          <p:cNvPr id="208" name="Shape 206"/>
          <p:cNvSpPr/>
          <p:nvPr/>
        </p:nvSpPr>
        <p:spPr>
          <a:xfrm>
            <a:off x="5643629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5296157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550" dirty="0"/>
          </a:p>
        </p:txBody>
      </p:sp>
      <p:sp>
        <p:nvSpPr>
          <p:cNvPr id="210" name="Text 208"/>
          <p:cNvSpPr/>
          <p:nvPr/>
        </p:nvSpPr>
        <p:spPr>
          <a:xfrm>
            <a:off x="5158997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50" dirty="0"/>
          </a:p>
        </p:txBody>
      </p:sp>
      <p:sp>
        <p:nvSpPr>
          <p:cNvPr id="211" name="Shape 209"/>
          <p:cNvSpPr/>
          <p:nvPr/>
        </p:nvSpPr>
        <p:spPr>
          <a:xfrm>
            <a:off x="4920910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4573438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550" dirty="0"/>
          </a:p>
        </p:txBody>
      </p:sp>
      <p:sp>
        <p:nvSpPr>
          <p:cNvPr id="213" name="Text 211"/>
          <p:cNvSpPr/>
          <p:nvPr/>
        </p:nvSpPr>
        <p:spPr>
          <a:xfrm>
            <a:off x="4436278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50" dirty="0"/>
          </a:p>
        </p:txBody>
      </p:sp>
      <p:sp>
        <p:nvSpPr>
          <p:cNvPr id="214" name="Shape 212"/>
          <p:cNvSpPr/>
          <p:nvPr/>
        </p:nvSpPr>
        <p:spPr>
          <a:xfrm>
            <a:off x="2150488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803016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550" dirty="0"/>
          </a:p>
        </p:txBody>
      </p:sp>
      <p:sp>
        <p:nvSpPr>
          <p:cNvPr id="216" name="Text 214"/>
          <p:cNvSpPr/>
          <p:nvPr/>
        </p:nvSpPr>
        <p:spPr>
          <a:xfrm>
            <a:off x="1665856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50" dirty="0"/>
          </a:p>
        </p:txBody>
      </p:sp>
      <p:sp>
        <p:nvSpPr>
          <p:cNvPr id="217" name="Shape 215"/>
          <p:cNvSpPr/>
          <p:nvPr/>
        </p:nvSpPr>
        <p:spPr>
          <a:xfrm>
            <a:off x="1307316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959844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550" dirty="0"/>
          </a:p>
        </p:txBody>
      </p:sp>
      <p:sp>
        <p:nvSpPr>
          <p:cNvPr id="219" name="Text 217"/>
          <p:cNvSpPr/>
          <p:nvPr/>
        </p:nvSpPr>
        <p:spPr>
          <a:xfrm>
            <a:off x="822684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نوفمبر</a:t>
            </a:r>
            <a:endParaRPr lang="ar-SA" sz="750" dirty="0"/>
          </a:p>
        </p:txBody>
      </p:sp>
      <p:sp>
        <p:nvSpPr>
          <p:cNvPr id="220" name="Shape 218"/>
          <p:cNvSpPr/>
          <p:nvPr/>
        </p:nvSpPr>
        <p:spPr>
          <a:xfrm>
            <a:off x="584597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237125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550" dirty="0"/>
          </a:p>
        </p:txBody>
      </p:sp>
      <p:sp>
        <p:nvSpPr>
          <p:cNvPr id="222" name="Text 220"/>
          <p:cNvSpPr/>
          <p:nvPr/>
        </p:nvSpPr>
        <p:spPr>
          <a:xfrm>
            <a:off x="99965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750" dirty="0"/>
          </a:p>
        </p:txBody>
      </p:sp>
      <p:sp>
        <p:nvSpPr>
          <p:cNvPr id="223" name="Shape 221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11515039" y="2869311"/>
            <a:ext cx="237744" cy="237744"/>
          </a:xfrm>
          <a:prstGeom prst="ellipse">
            <a:avLst>
              <a:gd name="adj" fmla="val 32692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11441887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226" name="Text 224"/>
          <p:cNvSpPr/>
          <p:nvPr/>
        </p:nvSpPr>
        <p:spPr>
          <a:xfrm>
            <a:off x="8762695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227" name="Text 225"/>
          <p:cNvSpPr/>
          <p:nvPr/>
        </p:nvSpPr>
        <p:spPr>
          <a:xfrm>
            <a:off x="7967167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28" name="Text 226"/>
          <p:cNvSpPr/>
          <p:nvPr/>
        </p:nvSpPr>
        <p:spPr>
          <a:xfrm>
            <a:off x="7464247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229" name="Text 227"/>
          <p:cNvSpPr/>
          <p:nvPr/>
        </p:nvSpPr>
        <p:spPr>
          <a:xfrm>
            <a:off x="6805879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30" name="Text 228"/>
          <p:cNvSpPr/>
          <p:nvPr/>
        </p:nvSpPr>
        <p:spPr>
          <a:xfrm>
            <a:off x="6147511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31" name="Shape 229"/>
          <p:cNvSpPr/>
          <p:nvPr/>
        </p:nvSpPr>
        <p:spPr>
          <a:xfrm>
            <a:off x="4942980" y="2928747"/>
            <a:ext cx="843172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 flipV="1">
            <a:off x="5722144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 flipV="1">
            <a:off x="4942980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4348620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50" dirty="0"/>
          </a:p>
        </p:txBody>
      </p:sp>
      <p:sp>
        <p:nvSpPr>
          <p:cNvPr id="235" name="Shape 233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11441887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414455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238" name="Text 236"/>
          <p:cNvSpPr/>
          <p:nvPr/>
        </p:nvSpPr>
        <p:spPr>
          <a:xfrm>
            <a:off x="8762695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239" name="Text 237"/>
          <p:cNvSpPr/>
          <p:nvPr/>
        </p:nvSpPr>
        <p:spPr>
          <a:xfrm>
            <a:off x="7967167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40" name="Text 238"/>
          <p:cNvSpPr/>
          <p:nvPr/>
        </p:nvSpPr>
        <p:spPr>
          <a:xfrm>
            <a:off x="7464247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41" name="Text 239"/>
          <p:cNvSpPr/>
          <p:nvPr/>
        </p:nvSpPr>
        <p:spPr>
          <a:xfrm>
            <a:off x="6805879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42" name="Text 240"/>
          <p:cNvSpPr/>
          <p:nvPr/>
        </p:nvSpPr>
        <p:spPr>
          <a:xfrm>
            <a:off x="6147511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43" name="Shape 241"/>
          <p:cNvSpPr/>
          <p:nvPr/>
        </p:nvSpPr>
        <p:spPr>
          <a:xfrm>
            <a:off x="5545245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4" name="Shape 242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1441887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11414455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47" name="Text 245"/>
          <p:cNvSpPr/>
          <p:nvPr/>
        </p:nvSpPr>
        <p:spPr>
          <a:xfrm>
            <a:off x="8762695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48" name="Text 246"/>
          <p:cNvSpPr/>
          <p:nvPr/>
        </p:nvSpPr>
        <p:spPr>
          <a:xfrm>
            <a:off x="7967167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49" name="Text 247"/>
          <p:cNvSpPr/>
          <p:nvPr/>
        </p:nvSpPr>
        <p:spPr>
          <a:xfrm>
            <a:off x="7464247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50" name="Text 248"/>
          <p:cNvSpPr/>
          <p:nvPr/>
        </p:nvSpPr>
        <p:spPr>
          <a:xfrm>
            <a:off x="6805879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51" name="Text 249"/>
          <p:cNvSpPr/>
          <p:nvPr/>
        </p:nvSpPr>
        <p:spPr>
          <a:xfrm>
            <a:off x="6147511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52" name="Shape 250"/>
          <p:cNvSpPr/>
          <p:nvPr/>
        </p:nvSpPr>
        <p:spPr>
          <a:xfrm>
            <a:off x="5183886" y="3356938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3" name="Text 251"/>
          <p:cNvSpPr/>
          <p:nvPr/>
        </p:nvSpPr>
        <p:spPr>
          <a:xfrm>
            <a:off x="5183886" y="3356938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54" name="Shape 252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1441887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1414455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57" name="Text 255"/>
          <p:cNvSpPr/>
          <p:nvPr/>
        </p:nvSpPr>
        <p:spPr>
          <a:xfrm>
            <a:off x="8762695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58" name="Text 256"/>
          <p:cNvSpPr/>
          <p:nvPr/>
        </p:nvSpPr>
        <p:spPr>
          <a:xfrm>
            <a:off x="7967167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59" name="Text 257"/>
          <p:cNvSpPr/>
          <p:nvPr/>
        </p:nvSpPr>
        <p:spPr>
          <a:xfrm>
            <a:off x="7464247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60" name="Text 258"/>
          <p:cNvSpPr/>
          <p:nvPr/>
        </p:nvSpPr>
        <p:spPr>
          <a:xfrm>
            <a:off x="6805879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700" dirty="0"/>
          </a:p>
        </p:txBody>
      </p:sp>
      <p:sp>
        <p:nvSpPr>
          <p:cNvPr id="261" name="Text 259"/>
          <p:cNvSpPr/>
          <p:nvPr/>
        </p:nvSpPr>
        <p:spPr>
          <a:xfrm>
            <a:off x="6147511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62" name="Shape 260"/>
          <p:cNvSpPr/>
          <p:nvPr/>
        </p:nvSpPr>
        <p:spPr>
          <a:xfrm>
            <a:off x="5063433" y="3572584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5063433" y="3572584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1441887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1414455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67" name="Text 265"/>
          <p:cNvSpPr/>
          <p:nvPr/>
        </p:nvSpPr>
        <p:spPr>
          <a:xfrm>
            <a:off x="8762695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68" name="Text 266"/>
          <p:cNvSpPr/>
          <p:nvPr/>
        </p:nvSpPr>
        <p:spPr>
          <a:xfrm>
            <a:off x="7967167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69" name="Text 267"/>
          <p:cNvSpPr/>
          <p:nvPr/>
        </p:nvSpPr>
        <p:spPr>
          <a:xfrm>
            <a:off x="7464247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70" name="Text 268"/>
          <p:cNvSpPr/>
          <p:nvPr/>
        </p:nvSpPr>
        <p:spPr>
          <a:xfrm>
            <a:off x="6805879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71" name="Text 269"/>
          <p:cNvSpPr/>
          <p:nvPr/>
        </p:nvSpPr>
        <p:spPr>
          <a:xfrm>
            <a:off x="6147511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72" name="Shape 270"/>
          <p:cNvSpPr/>
          <p:nvPr/>
        </p:nvSpPr>
        <p:spPr>
          <a:xfrm>
            <a:off x="4942980" y="3788230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4942980" y="3788230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1441887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1414455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77" name="Text 275"/>
          <p:cNvSpPr/>
          <p:nvPr/>
        </p:nvSpPr>
        <p:spPr>
          <a:xfrm>
            <a:off x="8762695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78" name="Text 276"/>
          <p:cNvSpPr/>
          <p:nvPr/>
        </p:nvSpPr>
        <p:spPr>
          <a:xfrm>
            <a:off x="7967167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+1</a:t>
            </a:r>
            <a:endParaRPr lang="ar-SA" sz="700" dirty="0"/>
          </a:p>
        </p:txBody>
      </p:sp>
      <p:sp>
        <p:nvSpPr>
          <p:cNvPr id="279" name="Text 277"/>
          <p:cNvSpPr/>
          <p:nvPr/>
        </p:nvSpPr>
        <p:spPr>
          <a:xfrm>
            <a:off x="7464247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80" name="Text 278"/>
          <p:cNvSpPr/>
          <p:nvPr/>
        </p:nvSpPr>
        <p:spPr>
          <a:xfrm>
            <a:off x="6805879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81" name="Text 279"/>
          <p:cNvSpPr/>
          <p:nvPr/>
        </p:nvSpPr>
        <p:spPr>
          <a:xfrm>
            <a:off x="6147511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82" name="Shape 280"/>
          <p:cNvSpPr/>
          <p:nvPr/>
        </p:nvSpPr>
        <p:spPr>
          <a:xfrm>
            <a:off x="4942980" y="4003876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Shape 281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11515039" y="4163187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11441887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86" name="Text 284"/>
          <p:cNvSpPr/>
          <p:nvPr/>
        </p:nvSpPr>
        <p:spPr>
          <a:xfrm>
            <a:off x="8762695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87" name="Text 285"/>
          <p:cNvSpPr/>
          <p:nvPr/>
        </p:nvSpPr>
        <p:spPr>
          <a:xfrm>
            <a:off x="7967167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+6</a:t>
            </a:r>
            <a:endParaRPr lang="ar-SA" sz="700" dirty="0"/>
          </a:p>
        </p:txBody>
      </p:sp>
      <p:sp>
        <p:nvSpPr>
          <p:cNvPr id="288" name="Text 286"/>
          <p:cNvSpPr/>
          <p:nvPr/>
        </p:nvSpPr>
        <p:spPr>
          <a:xfrm>
            <a:off x="7464247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89" name="Text 287"/>
          <p:cNvSpPr/>
          <p:nvPr/>
        </p:nvSpPr>
        <p:spPr>
          <a:xfrm>
            <a:off x="6805879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700" dirty="0"/>
          </a:p>
        </p:txBody>
      </p:sp>
      <p:sp>
        <p:nvSpPr>
          <p:cNvPr id="290" name="Text 288"/>
          <p:cNvSpPr/>
          <p:nvPr/>
        </p:nvSpPr>
        <p:spPr>
          <a:xfrm>
            <a:off x="6147511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</a:t>
            </a:r>
            <a:endParaRPr lang="ar-SA" sz="700" dirty="0"/>
          </a:p>
        </p:txBody>
      </p:sp>
      <p:sp>
        <p:nvSpPr>
          <p:cNvPr id="291" name="Shape 289"/>
          <p:cNvSpPr/>
          <p:nvPr/>
        </p:nvSpPr>
        <p:spPr>
          <a:xfrm>
            <a:off x="4702073" y="421952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2" name="Shape 290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11515039" y="4378833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11441887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295" name="Text 293"/>
          <p:cNvSpPr/>
          <p:nvPr/>
        </p:nvSpPr>
        <p:spPr>
          <a:xfrm>
            <a:off x="8762695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296" name="Text 294"/>
          <p:cNvSpPr/>
          <p:nvPr/>
        </p:nvSpPr>
        <p:spPr>
          <a:xfrm>
            <a:off x="7967167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297" name="Text 295"/>
          <p:cNvSpPr/>
          <p:nvPr/>
        </p:nvSpPr>
        <p:spPr>
          <a:xfrm>
            <a:off x="7464247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298" name="Text 296"/>
          <p:cNvSpPr/>
          <p:nvPr/>
        </p:nvSpPr>
        <p:spPr>
          <a:xfrm>
            <a:off x="6805879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700" dirty="0"/>
          </a:p>
        </p:txBody>
      </p:sp>
      <p:sp>
        <p:nvSpPr>
          <p:cNvPr id="299" name="Text 297"/>
          <p:cNvSpPr/>
          <p:nvPr/>
        </p:nvSpPr>
        <p:spPr>
          <a:xfrm>
            <a:off x="6147511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300" name="Shape 298"/>
          <p:cNvSpPr/>
          <p:nvPr/>
        </p:nvSpPr>
        <p:spPr>
          <a:xfrm>
            <a:off x="4340714" y="4435168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1" name="Text 299"/>
          <p:cNvSpPr/>
          <p:nvPr/>
        </p:nvSpPr>
        <p:spPr>
          <a:xfrm>
            <a:off x="4340714" y="4435168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00" dirty="0"/>
          </a:p>
        </p:txBody>
      </p:sp>
      <p:sp>
        <p:nvSpPr>
          <p:cNvPr id="302" name="Shape 300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11515039" y="4594479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11441887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305" name="Text 303"/>
          <p:cNvSpPr/>
          <p:nvPr/>
        </p:nvSpPr>
        <p:spPr>
          <a:xfrm>
            <a:off x="8762695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306" name="Text 304"/>
          <p:cNvSpPr/>
          <p:nvPr/>
        </p:nvSpPr>
        <p:spPr>
          <a:xfrm>
            <a:off x="7967167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307" name="Text 305"/>
          <p:cNvSpPr/>
          <p:nvPr/>
        </p:nvSpPr>
        <p:spPr>
          <a:xfrm>
            <a:off x="7464247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900" dirty="0"/>
          </a:p>
        </p:txBody>
      </p:sp>
      <p:sp>
        <p:nvSpPr>
          <p:cNvPr id="308" name="Text 306"/>
          <p:cNvSpPr/>
          <p:nvPr/>
        </p:nvSpPr>
        <p:spPr>
          <a:xfrm>
            <a:off x="6805879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309" name="Text 307"/>
          <p:cNvSpPr/>
          <p:nvPr/>
        </p:nvSpPr>
        <p:spPr>
          <a:xfrm>
            <a:off x="6147511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310" name="Shape 308"/>
          <p:cNvSpPr/>
          <p:nvPr/>
        </p:nvSpPr>
        <p:spPr>
          <a:xfrm>
            <a:off x="3015729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1" name="Text 309"/>
          <p:cNvSpPr/>
          <p:nvPr/>
        </p:nvSpPr>
        <p:spPr>
          <a:xfrm>
            <a:off x="3015729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يوم</a:t>
            </a:r>
            <a:endParaRPr lang="ar-SA" sz="700" dirty="0"/>
          </a:p>
        </p:txBody>
      </p:sp>
      <p:sp>
        <p:nvSpPr>
          <p:cNvPr id="312" name="Shape 310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1515039" y="4810125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11441887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315" name="Text 313"/>
          <p:cNvSpPr/>
          <p:nvPr/>
        </p:nvSpPr>
        <p:spPr>
          <a:xfrm>
            <a:off x="8762695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316" name="Text 314"/>
          <p:cNvSpPr/>
          <p:nvPr/>
        </p:nvSpPr>
        <p:spPr>
          <a:xfrm>
            <a:off x="7967167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17" name="Text 315"/>
          <p:cNvSpPr/>
          <p:nvPr/>
        </p:nvSpPr>
        <p:spPr>
          <a:xfrm>
            <a:off x="7464247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318" name="Text 316"/>
          <p:cNvSpPr/>
          <p:nvPr/>
        </p:nvSpPr>
        <p:spPr>
          <a:xfrm>
            <a:off x="6805879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00" dirty="0"/>
          </a:p>
        </p:txBody>
      </p:sp>
      <p:sp>
        <p:nvSpPr>
          <p:cNvPr id="319" name="Text 317"/>
          <p:cNvSpPr/>
          <p:nvPr/>
        </p:nvSpPr>
        <p:spPr>
          <a:xfrm>
            <a:off x="6147511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00" dirty="0"/>
          </a:p>
        </p:txBody>
      </p:sp>
      <p:sp>
        <p:nvSpPr>
          <p:cNvPr id="320" name="Shape 318"/>
          <p:cNvSpPr/>
          <p:nvPr/>
        </p:nvSpPr>
        <p:spPr>
          <a:xfrm>
            <a:off x="2172557" y="4866460"/>
            <a:ext cx="843172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1" name="Text 319"/>
          <p:cNvSpPr/>
          <p:nvPr/>
        </p:nvSpPr>
        <p:spPr>
          <a:xfrm>
            <a:off x="2172557" y="4866460"/>
            <a:ext cx="843172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00" dirty="0"/>
          </a:p>
        </p:txBody>
      </p:sp>
      <p:sp>
        <p:nvSpPr>
          <p:cNvPr id="322" name="Shape 320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11515039" y="5025771"/>
            <a:ext cx="237744" cy="237744"/>
          </a:xfrm>
          <a:prstGeom prst="ellipse">
            <a:avLst>
              <a:gd name="adj" fmla="val 32692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11441887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325" name="Text 323"/>
          <p:cNvSpPr/>
          <p:nvPr/>
        </p:nvSpPr>
        <p:spPr>
          <a:xfrm>
            <a:off x="8762695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326" name="Text 324"/>
          <p:cNvSpPr/>
          <p:nvPr/>
        </p:nvSpPr>
        <p:spPr>
          <a:xfrm>
            <a:off x="7967167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27" name="Text 325"/>
          <p:cNvSpPr/>
          <p:nvPr/>
        </p:nvSpPr>
        <p:spPr>
          <a:xfrm>
            <a:off x="7464247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900" dirty="0"/>
          </a:p>
        </p:txBody>
      </p:sp>
      <p:sp>
        <p:nvSpPr>
          <p:cNvPr id="328" name="Text 326"/>
          <p:cNvSpPr/>
          <p:nvPr/>
        </p:nvSpPr>
        <p:spPr>
          <a:xfrm>
            <a:off x="6805879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00" dirty="0"/>
          </a:p>
        </p:txBody>
      </p:sp>
      <p:sp>
        <p:nvSpPr>
          <p:cNvPr id="329" name="Text 327"/>
          <p:cNvSpPr/>
          <p:nvPr/>
        </p:nvSpPr>
        <p:spPr>
          <a:xfrm>
            <a:off x="6147511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نوفمبر</a:t>
            </a:r>
            <a:endParaRPr lang="ar-SA" sz="700" dirty="0"/>
          </a:p>
        </p:txBody>
      </p:sp>
      <p:sp>
        <p:nvSpPr>
          <p:cNvPr id="330" name="Shape 328"/>
          <p:cNvSpPr/>
          <p:nvPr/>
        </p:nvSpPr>
        <p:spPr>
          <a:xfrm>
            <a:off x="1329385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1" name="Text 329"/>
          <p:cNvSpPr/>
          <p:nvPr/>
        </p:nvSpPr>
        <p:spPr>
          <a:xfrm>
            <a:off x="1329385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يوم</a:t>
            </a:r>
            <a:endParaRPr lang="ar-SA" sz="700" dirty="0"/>
          </a:p>
        </p:txBody>
      </p:sp>
      <p:sp>
        <p:nvSpPr>
          <p:cNvPr id="332" name="Shape 33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11515039" y="5241417"/>
            <a:ext cx="237744" cy="237744"/>
          </a:xfrm>
          <a:prstGeom prst="ellipse">
            <a:avLst>
              <a:gd name="adj" fmla="val 32692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1441887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335" name="Text 333"/>
          <p:cNvSpPr/>
          <p:nvPr/>
        </p:nvSpPr>
        <p:spPr>
          <a:xfrm>
            <a:off x="8762695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336" name="Text 334"/>
          <p:cNvSpPr/>
          <p:nvPr/>
        </p:nvSpPr>
        <p:spPr>
          <a:xfrm>
            <a:off x="7967167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337" name="Text 335"/>
          <p:cNvSpPr/>
          <p:nvPr/>
        </p:nvSpPr>
        <p:spPr>
          <a:xfrm>
            <a:off x="7464247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38" name="Text 336"/>
          <p:cNvSpPr/>
          <p:nvPr/>
        </p:nvSpPr>
        <p:spPr>
          <a:xfrm>
            <a:off x="6805879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نوفمبر</a:t>
            </a:r>
            <a:endParaRPr lang="ar-SA" sz="700" dirty="0"/>
          </a:p>
        </p:txBody>
      </p:sp>
      <p:sp>
        <p:nvSpPr>
          <p:cNvPr id="339" name="Text 337"/>
          <p:cNvSpPr/>
          <p:nvPr/>
        </p:nvSpPr>
        <p:spPr>
          <a:xfrm>
            <a:off x="6147511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700" dirty="0"/>
          </a:p>
        </p:txBody>
      </p:sp>
      <p:sp>
        <p:nvSpPr>
          <p:cNvPr id="340" name="Shape 338"/>
          <p:cNvSpPr/>
          <p:nvPr/>
        </p:nvSpPr>
        <p:spPr>
          <a:xfrm>
            <a:off x="606666" y="5297752"/>
            <a:ext cx="722719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606666" y="5297752"/>
            <a:ext cx="72271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42" name="Shape 340"/>
          <p:cNvSpPr/>
          <p:nvPr/>
        </p:nvSpPr>
        <p:spPr>
          <a:xfrm>
            <a:off x="5731288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 flipH="1">
            <a:off x="5674843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4" name="Shape 342"/>
          <p:cNvSpPr/>
          <p:nvPr/>
        </p:nvSpPr>
        <p:spPr>
          <a:xfrm>
            <a:off x="5610835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 flipH="1">
            <a:off x="5554389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6" name="Shape 344"/>
          <p:cNvSpPr/>
          <p:nvPr/>
        </p:nvSpPr>
        <p:spPr>
          <a:xfrm>
            <a:off x="5490381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 flipH="1">
            <a:off x="5313483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8" name="Shape 346"/>
          <p:cNvSpPr/>
          <p:nvPr/>
        </p:nvSpPr>
        <p:spPr>
          <a:xfrm>
            <a:off x="5249475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 flipH="1">
            <a:off x="5193030" y="4066413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0" name="Shape 348"/>
          <p:cNvSpPr/>
          <p:nvPr/>
        </p:nvSpPr>
        <p:spPr>
          <a:xfrm>
            <a:off x="5731288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 flipH="1">
            <a:off x="4952124" y="4282059"/>
            <a:ext cx="77916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2" name="Shape 350"/>
          <p:cNvSpPr/>
          <p:nvPr/>
        </p:nvSpPr>
        <p:spPr>
          <a:xfrm>
            <a:off x="4942980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88700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 flipH="1">
            <a:off x="4952124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4340714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4386434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 flipH="1">
            <a:off x="4349858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8" name="Shape 356"/>
          <p:cNvSpPr/>
          <p:nvPr/>
        </p:nvSpPr>
        <p:spPr>
          <a:xfrm>
            <a:off x="3015729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061449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 flipH="1">
            <a:off x="3024873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3015729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061449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 flipH="1">
            <a:off x="3024873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4" name="Shape 362"/>
          <p:cNvSpPr/>
          <p:nvPr/>
        </p:nvSpPr>
        <p:spPr>
          <a:xfrm>
            <a:off x="1329385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375105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 flipH="1">
            <a:off x="1338529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7" name="Shape 365"/>
          <p:cNvSpPr/>
          <p:nvPr/>
        </p:nvSpPr>
        <p:spPr>
          <a:xfrm>
            <a:off x="476230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68" name="Shape 366"/>
          <p:cNvSpPr/>
          <p:nvPr/>
        </p:nvSpPr>
        <p:spPr>
          <a:xfrm>
            <a:off x="3665020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69" name="Text 367"/>
          <p:cNvSpPr/>
          <p:nvPr/>
        </p:nvSpPr>
        <p:spPr>
          <a:xfrm>
            <a:off x="3665020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70" name="Shape 368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2" name="Shape 370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3" name="Text 371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74" name="Text 372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1300" dirty="0"/>
          </a:p>
        </p:txBody>
      </p:sp>
      <p:sp>
        <p:nvSpPr>
          <p:cNvPr id="375" name="Text 373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37</a:t>
            </a:r>
            <a:endParaRPr lang="ar-SA" sz="750" dirty="0"/>
          </a:p>
        </p:txBody>
      </p:sp>
      <p:sp>
        <p:nvSpPr>
          <p:cNvPr id="376" name="Shape 374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79" name="Text 377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1300" dirty="0"/>
          </a:p>
        </p:txBody>
      </p:sp>
      <p:sp>
        <p:nvSpPr>
          <p:cNvPr id="380" name="Text 378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6 / 37</a:t>
            </a:r>
            <a:endParaRPr lang="ar-SA" sz="750" dirty="0"/>
          </a:p>
        </p:txBody>
      </p:sp>
      <p:sp>
        <p:nvSpPr>
          <p:cNvPr id="381" name="Shape 379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84" name="Text 382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11 نوفمبر 2026</a:t>
            </a:r>
            <a:endParaRPr lang="ar-SA" sz="1300" dirty="0"/>
          </a:p>
        </p:txBody>
      </p:sp>
      <p:sp>
        <p:nvSpPr>
          <p:cNvPr id="385" name="Text 383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26 / 37</a:t>
            </a:r>
            <a:endParaRPr lang="ar-SA" sz="750" dirty="0"/>
          </a:p>
        </p:txBody>
      </p:sp>
      <p:sp>
        <p:nvSpPr>
          <p:cNvPr id="386" name="Shape 384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89" name="Text 387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18 نوفمبر 2026</a:t>
            </a:r>
            <a:endParaRPr lang="ar-SA" sz="1300" dirty="0"/>
          </a:p>
        </p:txBody>
      </p:sp>
      <p:sp>
        <p:nvSpPr>
          <p:cNvPr id="390" name="Text 388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32 / 37</a:t>
            </a:r>
            <a:endParaRPr lang="ar-SA" sz="750" dirty="0"/>
          </a:p>
        </p:txBody>
      </p:sp>
      <p:sp>
        <p:nvSpPr>
          <p:cNvPr id="391" name="Shape 389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94" name="Text 392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24 نوفمبر 2026</a:t>
            </a:r>
            <a:endParaRPr lang="ar-SA" sz="1300" dirty="0"/>
          </a:p>
        </p:txBody>
      </p:sp>
      <p:sp>
        <p:nvSpPr>
          <p:cNvPr id="395" name="Text 393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37 / 37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2026-10-21T13:12:17Z</dcterms:created>
  <dcterms:modified xsi:type="dcterms:W3CDTF">2026-10-21T13:12:17Z</dcterms:modified>
</cp:coreProperties>
</file>