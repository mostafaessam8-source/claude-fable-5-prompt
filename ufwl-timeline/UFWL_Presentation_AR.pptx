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الأعمال المتبقية – برنامج أعمال الدعم والحفرة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التصور الأولي المعاد تخطيطه بناءً على برنامج المقاول (Rev 01) · البدء 22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Text 12"/>
          <p:cNvSpPr/>
          <p:nvPr/>
        </p:nvSpPr>
        <p:spPr>
          <a:xfrm>
            <a:off x="3274466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7" name="Text 15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0" name="Text 18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3086584" y="1325880"/>
            <a:ext cx="3060927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86584" y="1325880"/>
            <a:ext cx="3060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1325880"/>
            <a:ext cx="2720824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1325880"/>
            <a:ext cx="27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5637357" y="1508760"/>
            <a:ext cx="51015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37357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4446996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6996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0" name="Shape 28"/>
          <p:cNvSpPr/>
          <p:nvPr/>
        </p:nvSpPr>
        <p:spPr>
          <a:xfrm>
            <a:off x="3256636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56636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2066275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66275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4" name="Shape 32"/>
          <p:cNvSpPr/>
          <p:nvPr/>
        </p:nvSpPr>
        <p:spPr>
          <a:xfrm>
            <a:off x="875915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5915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365760" y="1508760"/>
            <a:ext cx="51015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</a:t>
            </a:r>
            <a:endParaRPr lang="ar-SA" sz="650" dirty="0"/>
          </a:p>
        </p:txBody>
      </p:sp>
      <p:sp>
        <p:nvSpPr>
          <p:cNvPr id="38" name="Shape 36"/>
          <p:cNvSpPr/>
          <p:nvPr/>
        </p:nvSpPr>
        <p:spPr>
          <a:xfrm>
            <a:off x="59774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774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40" name="Text 38"/>
          <p:cNvSpPr/>
          <p:nvPr/>
        </p:nvSpPr>
        <p:spPr>
          <a:xfrm>
            <a:off x="59774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41" name="Shape 39"/>
          <p:cNvSpPr/>
          <p:nvPr/>
        </p:nvSpPr>
        <p:spPr>
          <a:xfrm>
            <a:off x="580740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0740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43" name="Text 41"/>
          <p:cNvSpPr/>
          <p:nvPr/>
        </p:nvSpPr>
        <p:spPr>
          <a:xfrm>
            <a:off x="580740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44" name="Shape 42"/>
          <p:cNvSpPr/>
          <p:nvPr/>
        </p:nvSpPr>
        <p:spPr>
          <a:xfrm>
            <a:off x="5637357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3735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46" name="Text 44"/>
          <p:cNvSpPr/>
          <p:nvPr/>
        </p:nvSpPr>
        <p:spPr>
          <a:xfrm>
            <a:off x="563735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47" name="Shape 45"/>
          <p:cNvSpPr/>
          <p:nvPr/>
        </p:nvSpPr>
        <p:spPr>
          <a:xfrm>
            <a:off x="5637357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6730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6730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50" name="Text 48"/>
          <p:cNvSpPr/>
          <p:nvPr/>
        </p:nvSpPr>
        <p:spPr>
          <a:xfrm>
            <a:off x="546730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51" name="Shape 49"/>
          <p:cNvSpPr/>
          <p:nvPr/>
        </p:nvSpPr>
        <p:spPr>
          <a:xfrm>
            <a:off x="5637357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9725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9725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54" name="Text 52"/>
          <p:cNvSpPr/>
          <p:nvPr/>
        </p:nvSpPr>
        <p:spPr>
          <a:xfrm>
            <a:off x="529725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55" name="Shape 53"/>
          <p:cNvSpPr/>
          <p:nvPr/>
        </p:nvSpPr>
        <p:spPr>
          <a:xfrm>
            <a:off x="512720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2720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57" name="Text 55"/>
          <p:cNvSpPr/>
          <p:nvPr/>
        </p:nvSpPr>
        <p:spPr>
          <a:xfrm>
            <a:off x="512720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58" name="Shape 56"/>
          <p:cNvSpPr/>
          <p:nvPr/>
        </p:nvSpPr>
        <p:spPr>
          <a:xfrm>
            <a:off x="495715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5715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60" name="Text 58"/>
          <p:cNvSpPr/>
          <p:nvPr/>
        </p:nvSpPr>
        <p:spPr>
          <a:xfrm>
            <a:off x="495715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61" name="Shape 59"/>
          <p:cNvSpPr/>
          <p:nvPr/>
        </p:nvSpPr>
        <p:spPr>
          <a:xfrm>
            <a:off x="478709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8709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63" name="Text 61"/>
          <p:cNvSpPr/>
          <p:nvPr/>
        </p:nvSpPr>
        <p:spPr>
          <a:xfrm>
            <a:off x="478709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64" name="Shape 62"/>
          <p:cNvSpPr/>
          <p:nvPr/>
        </p:nvSpPr>
        <p:spPr>
          <a:xfrm>
            <a:off x="461704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61704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66" name="Text 64"/>
          <p:cNvSpPr/>
          <p:nvPr/>
        </p:nvSpPr>
        <p:spPr>
          <a:xfrm>
            <a:off x="461704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67" name="Shape 65"/>
          <p:cNvSpPr/>
          <p:nvPr/>
        </p:nvSpPr>
        <p:spPr>
          <a:xfrm>
            <a:off x="4446996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4699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69" name="Text 67"/>
          <p:cNvSpPr/>
          <p:nvPr/>
        </p:nvSpPr>
        <p:spPr>
          <a:xfrm>
            <a:off x="444699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70" name="Shape 68"/>
          <p:cNvSpPr/>
          <p:nvPr/>
        </p:nvSpPr>
        <p:spPr>
          <a:xfrm>
            <a:off x="4446996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7694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27694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73" name="Text 71"/>
          <p:cNvSpPr/>
          <p:nvPr/>
        </p:nvSpPr>
        <p:spPr>
          <a:xfrm>
            <a:off x="427694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74" name="Shape 72"/>
          <p:cNvSpPr/>
          <p:nvPr/>
        </p:nvSpPr>
        <p:spPr>
          <a:xfrm>
            <a:off x="444699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10689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0689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77" name="Text 75"/>
          <p:cNvSpPr/>
          <p:nvPr/>
        </p:nvSpPr>
        <p:spPr>
          <a:xfrm>
            <a:off x="410689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78" name="Shape 76"/>
          <p:cNvSpPr/>
          <p:nvPr/>
        </p:nvSpPr>
        <p:spPr>
          <a:xfrm>
            <a:off x="393684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3684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80" name="Text 78"/>
          <p:cNvSpPr/>
          <p:nvPr/>
        </p:nvSpPr>
        <p:spPr>
          <a:xfrm>
            <a:off x="393684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81" name="Shape 79"/>
          <p:cNvSpPr/>
          <p:nvPr/>
        </p:nvSpPr>
        <p:spPr>
          <a:xfrm>
            <a:off x="376679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76679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83" name="Text 81"/>
          <p:cNvSpPr/>
          <p:nvPr/>
        </p:nvSpPr>
        <p:spPr>
          <a:xfrm>
            <a:off x="376679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84" name="Shape 82"/>
          <p:cNvSpPr/>
          <p:nvPr/>
        </p:nvSpPr>
        <p:spPr>
          <a:xfrm>
            <a:off x="359673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59673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86" name="Text 84"/>
          <p:cNvSpPr/>
          <p:nvPr/>
        </p:nvSpPr>
        <p:spPr>
          <a:xfrm>
            <a:off x="359673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87" name="Shape 85"/>
          <p:cNvSpPr/>
          <p:nvPr/>
        </p:nvSpPr>
        <p:spPr>
          <a:xfrm>
            <a:off x="342668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42668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89" name="Text 87"/>
          <p:cNvSpPr/>
          <p:nvPr/>
        </p:nvSpPr>
        <p:spPr>
          <a:xfrm>
            <a:off x="342668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90" name="Shape 88"/>
          <p:cNvSpPr/>
          <p:nvPr/>
        </p:nvSpPr>
        <p:spPr>
          <a:xfrm>
            <a:off x="3256636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5663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92" name="Text 90"/>
          <p:cNvSpPr/>
          <p:nvPr/>
        </p:nvSpPr>
        <p:spPr>
          <a:xfrm>
            <a:off x="325663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93" name="Shape 91"/>
          <p:cNvSpPr/>
          <p:nvPr/>
        </p:nvSpPr>
        <p:spPr>
          <a:xfrm>
            <a:off x="3256636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0865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0865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96" name="Text 94"/>
          <p:cNvSpPr/>
          <p:nvPr/>
        </p:nvSpPr>
        <p:spPr>
          <a:xfrm>
            <a:off x="30865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97" name="Shape 95"/>
          <p:cNvSpPr/>
          <p:nvPr/>
        </p:nvSpPr>
        <p:spPr>
          <a:xfrm>
            <a:off x="325663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91653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53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00" name="Text 98"/>
          <p:cNvSpPr/>
          <p:nvPr/>
        </p:nvSpPr>
        <p:spPr>
          <a:xfrm>
            <a:off x="291653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101" name="Shape 99"/>
          <p:cNvSpPr/>
          <p:nvPr/>
        </p:nvSpPr>
        <p:spPr>
          <a:xfrm>
            <a:off x="274648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74648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03" name="Text 101"/>
          <p:cNvSpPr/>
          <p:nvPr/>
        </p:nvSpPr>
        <p:spPr>
          <a:xfrm>
            <a:off x="274648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104" name="Shape 102"/>
          <p:cNvSpPr/>
          <p:nvPr/>
        </p:nvSpPr>
        <p:spPr>
          <a:xfrm>
            <a:off x="257643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7643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06" name="Text 104"/>
          <p:cNvSpPr/>
          <p:nvPr/>
        </p:nvSpPr>
        <p:spPr>
          <a:xfrm>
            <a:off x="257643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07" name="Shape 105"/>
          <p:cNvSpPr/>
          <p:nvPr/>
        </p:nvSpPr>
        <p:spPr>
          <a:xfrm>
            <a:off x="240637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40637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09" name="Text 107"/>
          <p:cNvSpPr/>
          <p:nvPr/>
        </p:nvSpPr>
        <p:spPr>
          <a:xfrm>
            <a:off x="240637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10" name="Shape 108"/>
          <p:cNvSpPr/>
          <p:nvPr/>
        </p:nvSpPr>
        <p:spPr>
          <a:xfrm>
            <a:off x="223632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632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12" name="Text 110"/>
          <p:cNvSpPr/>
          <p:nvPr/>
        </p:nvSpPr>
        <p:spPr>
          <a:xfrm>
            <a:off x="223632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13" name="Shape 111"/>
          <p:cNvSpPr/>
          <p:nvPr/>
        </p:nvSpPr>
        <p:spPr>
          <a:xfrm>
            <a:off x="2066275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06627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15" name="Text 113"/>
          <p:cNvSpPr/>
          <p:nvPr/>
        </p:nvSpPr>
        <p:spPr>
          <a:xfrm>
            <a:off x="206627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16" name="Shape 114"/>
          <p:cNvSpPr/>
          <p:nvPr/>
        </p:nvSpPr>
        <p:spPr>
          <a:xfrm>
            <a:off x="2066275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89622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9622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19" name="Text 117"/>
          <p:cNvSpPr/>
          <p:nvPr/>
        </p:nvSpPr>
        <p:spPr>
          <a:xfrm>
            <a:off x="189622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20" name="Shape 118"/>
          <p:cNvSpPr/>
          <p:nvPr/>
        </p:nvSpPr>
        <p:spPr>
          <a:xfrm>
            <a:off x="206627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72617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72617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23" name="Text 121"/>
          <p:cNvSpPr/>
          <p:nvPr/>
        </p:nvSpPr>
        <p:spPr>
          <a:xfrm>
            <a:off x="172617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24" name="Shape 122"/>
          <p:cNvSpPr/>
          <p:nvPr/>
        </p:nvSpPr>
        <p:spPr>
          <a:xfrm>
            <a:off x="155612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55612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26" name="Text 124"/>
          <p:cNvSpPr/>
          <p:nvPr/>
        </p:nvSpPr>
        <p:spPr>
          <a:xfrm>
            <a:off x="155612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27" name="Shape 125"/>
          <p:cNvSpPr/>
          <p:nvPr/>
        </p:nvSpPr>
        <p:spPr>
          <a:xfrm>
            <a:off x="138606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38606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29" name="Text 127"/>
          <p:cNvSpPr/>
          <p:nvPr/>
        </p:nvSpPr>
        <p:spPr>
          <a:xfrm>
            <a:off x="138606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30" name="Shape 128"/>
          <p:cNvSpPr/>
          <p:nvPr/>
        </p:nvSpPr>
        <p:spPr>
          <a:xfrm>
            <a:off x="121601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21601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32" name="Text 130"/>
          <p:cNvSpPr/>
          <p:nvPr/>
        </p:nvSpPr>
        <p:spPr>
          <a:xfrm>
            <a:off x="121601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33" name="Shape 131"/>
          <p:cNvSpPr/>
          <p:nvPr/>
        </p:nvSpPr>
        <p:spPr>
          <a:xfrm>
            <a:off x="104596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4596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35" name="Text 133"/>
          <p:cNvSpPr/>
          <p:nvPr/>
        </p:nvSpPr>
        <p:spPr>
          <a:xfrm>
            <a:off x="104596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36" name="Shape 134"/>
          <p:cNvSpPr/>
          <p:nvPr/>
        </p:nvSpPr>
        <p:spPr>
          <a:xfrm>
            <a:off x="875915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7591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38" name="Text 136"/>
          <p:cNvSpPr/>
          <p:nvPr/>
        </p:nvSpPr>
        <p:spPr>
          <a:xfrm>
            <a:off x="87591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139" name="Shape 137"/>
          <p:cNvSpPr/>
          <p:nvPr/>
        </p:nvSpPr>
        <p:spPr>
          <a:xfrm>
            <a:off x="875915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70586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70586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42" name="Text 140"/>
          <p:cNvSpPr/>
          <p:nvPr/>
        </p:nvSpPr>
        <p:spPr>
          <a:xfrm>
            <a:off x="70586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143" name="Shape 141"/>
          <p:cNvSpPr/>
          <p:nvPr/>
        </p:nvSpPr>
        <p:spPr>
          <a:xfrm>
            <a:off x="87591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3581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3581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46" name="Text 144"/>
          <p:cNvSpPr/>
          <p:nvPr/>
        </p:nvSpPr>
        <p:spPr>
          <a:xfrm>
            <a:off x="53581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147" name="Shape 145"/>
          <p:cNvSpPr/>
          <p:nvPr/>
        </p:nvSpPr>
        <p:spPr>
          <a:xfrm>
            <a:off x="3657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3657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49" name="Text 147"/>
          <p:cNvSpPr/>
          <p:nvPr/>
        </p:nvSpPr>
        <p:spPr>
          <a:xfrm>
            <a:off x="3657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150" name="Shape 14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153" name="Text 151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154" name="Text 152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1100" dirty="0"/>
          </a:p>
        </p:txBody>
      </p:sp>
      <p:sp>
        <p:nvSpPr>
          <p:cNvPr id="155" name="Text 153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156" name="Text 154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850" dirty="0"/>
          </a:p>
        </p:txBody>
      </p:sp>
      <p:sp>
        <p:nvSpPr>
          <p:cNvPr id="157" name="Shape 155"/>
          <p:cNvSpPr/>
          <p:nvPr/>
        </p:nvSpPr>
        <p:spPr>
          <a:xfrm>
            <a:off x="705863" y="2011680"/>
            <a:ext cx="4081236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05863" y="2011680"/>
            <a:ext cx="40812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يوم عمل · 22 أكتوبر → 14 نوفمبر</a:t>
            </a:r>
            <a:endParaRPr lang="ar-SA" sz="850" dirty="0"/>
          </a:p>
        </p:txBody>
      </p:sp>
      <p:sp>
        <p:nvSpPr>
          <p:cNvPr id="159" name="Shape 157"/>
          <p:cNvSpPr/>
          <p:nvPr/>
        </p:nvSpPr>
        <p:spPr>
          <a:xfrm>
            <a:off x="365760" y="2240280"/>
            <a:ext cx="11460175" cy="274320"/>
          </a:xfrm>
          <a:prstGeom prst="rect">
            <a:avLst/>
          </a:prstGeom>
          <a:solidFill>
            <a:srgbClr val="FAF8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1515039" y="2258568"/>
            <a:ext cx="237744" cy="237744"/>
          </a:xfrm>
          <a:prstGeom prst="ellipse">
            <a:avLst/>
          </a:prstGeom>
          <a:solidFill>
            <a:srgbClr val="6C4AB6"/>
          </a:solidFill>
          <a:ln w="12700">
            <a:solidFill>
              <a:srgbClr val="6C4AB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1441887" y="224028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ar-SA" sz="900" dirty="0"/>
          </a:p>
        </p:txBody>
      </p:sp>
      <p:sp>
        <p:nvSpPr>
          <p:cNvPr id="162" name="Text 160"/>
          <p:cNvSpPr/>
          <p:nvPr/>
        </p:nvSpPr>
        <p:spPr>
          <a:xfrm>
            <a:off x="8762695" y="2240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4A3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حتى الردم – إجمالي الوقت المطلوب</a:t>
            </a:r>
            <a:endParaRPr lang="ar-SA" sz="850" dirty="0"/>
          </a:p>
        </p:txBody>
      </p:sp>
      <p:sp>
        <p:nvSpPr>
          <p:cNvPr id="163" name="Text 161"/>
          <p:cNvSpPr/>
          <p:nvPr/>
        </p:nvSpPr>
        <p:spPr>
          <a:xfrm>
            <a:off x="7464247" y="2240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64" name="Text 162"/>
          <p:cNvSpPr/>
          <p:nvPr/>
        </p:nvSpPr>
        <p:spPr>
          <a:xfrm>
            <a:off x="6805879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850" dirty="0"/>
          </a:p>
        </p:txBody>
      </p:sp>
      <p:sp>
        <p:nvSpPr>
          <p:cNvPr id="165" name="Text 163"/>
          <p:cNvSpPr/>
          <p:nvPr/>
        </p:nvSpPr>
        <p:spPr>
          <a:xfrm>
            <a:off x="6147511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850" dirty="0"/>
          </a:p>
        </p:txBody>
      </p:sp>
      <p:sp>
        <p:nvSpPr>
          <p:cNvPr id="166" name="Shape 164"/>
          <p:cNvSpPr/>
          <p:nvPr/>
        </p:nvSpPr>
        <p:spPr>
          <a:xfrm>
            <a:off x="705863" y="2286000"/>
            <a:ext cx="3230979" cy="182880"/>
          </a:xfrm>
          <a:prstGeom prst="roundRect">
            <a:avLst>
              <a:gd name="adj" fmla="val 20000"/>
            </a:avLst>
          </a:prstGeom>
          <a:solidFill>
            <a:srgbClr val="6C4AB6"/>
          </a:solidFill>
          <a:ln w="12700">
            <a:solidFill>
              <a:srgbClr val="6C4AB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705863" y="2286000"/>
            <a:ext cx="32309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يوم عمل</a:t>
            </a:r>
            <a:endParaRPr lang="ar-SA" sz="800" dirty="0"/>
          </a:p>
        </p:txBody>
      </p:sp>
      <p:sp>
        <p:nvSpPr>
          <p:cNvPr id="168" name="Shape 166"/>
          <p:cNvSpPr/>
          <p:nvPr/>
        </p:nvSpPr>
        <p:spPr>
          <a:xfrm>
            <a:off x="6147511" y="251460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6238951" y="251460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ميل ستون</a:t>
            </a:r>
            <a:endParaRPr lang="ar-SA" sz="1000" dirty="0"/>
          </a:p>
        </p:txBody>
      </p:sp>
      <p:sp>
        <p:nvSpPr>
          <p:cNvPr id="170" name="Shape 168"/>
          <p:cNvSpPr/>
          <p:nvPr/>
        </p:nvSpPr>
        <p:spPr>
          <a:xfrm>
            <a:off x="4619777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3879113" y="292608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550" dirty="0"/>
          </a:p>
        </p:txBody>
      </p:sp>
      <p:sp>
        <p:nvSpPr>
          <p:cNvPr id="172" name="Text 170"/>
          <p:cNvSpPr/>
          <p:nvPr/>
        </p:nvSpPr>
        <p:spPr>
          <a:xfrm>
            <a:off x="3879113" y="301752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50" dirty="0"/>
          </a:p>
        </p:txBody>
      </p:sp>
      <p:sp>
        <p:nvSpPr>
          <p:cNvPr id="173" name="Shape 171"/>
          <p:cNvSpPr/>
          <p:nvPr/>
        </p:nvSpPr>
        <p:spPr>
          <a:xfrm>
            <a:off x="3939571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198907" y="251460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550" dirty="0"/>
          </a:p>
        </p:txBody>
      </p:sp>
      <p:sp>
        <p:nvSpPr>
          <p:cNvPr id="175" name="Text 173"/>
          <p:cNvSpPr/>
          <p:nvPr/>
        </p:nvSpPr>
        <p:spPr>
          <a:xfrm>
            <a:off x="3198907" y="262432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50" dirty="0"/>
          </a:p>
        </p:txBody>
      </p:sp>
      <p:sp>
        <p:nvSpPr>
          <p:cNvPr id="176" name="Shape 174"/>
          <p:cNvSpPr/>
          <p:nvPr/>
        </p:nvSpPr>
        <p:spPr>
          <a:xfrm>
            <a:off x="1898953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158289" y="292608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550" dirty="0"/>
          </a:p>
        </p:txBody>
      </p:sp>
      <p:sp>
        <p:nvSpPr>
          <p:cNvPr id="178" name="Text 176"/>
          <p:cNvSpPr/>
          <p:nvPr/>
        </p:nvSpPr>
        <p:spPr>
          <a:xfrm>
            <a:off x="1158289" y="301752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نوفمبر</a:t>
            </a:r>
            <a:endParaRPr lang="ar-SA" sz="750" dirty="0"/>
          </a:p>
        </p:txBody>
      </p:sp>
      <p:sp>
        <p:nvSpPr>
          <p:cNvPr id="179" name="Shape 177"/>
          <p:cNvSpPr/>
          <p:nvPr/>
        </p:nvSpPr>
        <p:spPr>
          <a:xfrm>
            <a:off x="1388799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648135" y="251460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550" dirty="0"/>
          </a:p>
        </p:txBody>
      </p:sp>
      <p:sp>
        <p:nvSpPr>
          <p:cNvPr id="181" name="Text 179"/>
          <p:cNvSpPr/>
          <p:nvPr/>
        </p:nvSpPr>
        <p:spPr>
          <a:xfrm>
            <a:off x="648135" y="262432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نوفمبر</a:t>
            </a:r>
            <a:endParaRPr lang="ar-SA" sz="750" dirty="0"/>
          </a:p>
        </p:txBody>
      </p:sp>
      <p:sp>
        <p:nvSpPr>
          <p:cNvPr id="182" name="Shape 180"/>
          <p:cNvSpPr/>
          <p:nvPr/>
        </p:nvSpPr>
        <p:spPr>
          <a:xfrm>
            <a:off x="708593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-32071" y="292608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550" dirty="0"/>
          </a:p>
        </p:txBody>
      </p:sp>
      <p:sp>
        <p:nvSpPr>
          <p:cNvPr id="184" name="Text 182"/>
          <p:cNvSpPr/>
          <p:nvPr/>
        </p:nvSpPr>
        <p:spPr>
          <a:xfrm>
            <a:off x="-32071" y="301752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750" dirty="0"/>
          </a:p>
        </p:txBody>
      </p:sp>
      <p:sp>
        <p:nvSpPr>
          <p:cNvPr id="185" name="Shape 183"/>
          <p:cNvSpPr/>
          <p:nvPr/>
        </p:nvSpPr>
        <p:spPr>
          <a:xfrm>
            <a:off x="365760" y="3154680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11515039" y="313220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11441887" y="3154680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188" name="Text 186"/>
          <p:cNvSpPr/>
          <p:nvPr/>
        </p:nvSpPr>
        <p:spPr>
          <a:xfrm>
            <a:off x="8762695" y="3154680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750" dirty="0"/>
          </a:p>
        </p:txBody>
      </p:sp>
      <p:sp>
        <p:nvSpPr>
          <p:cNvPr id="189" name="Text 187"/>
          <p:cNvSpPr/>
          <p:nvPr/>
        </p:nvSpPr>
        <p:spPr>
          <a:xfrm>
            <a:off x="7967167" y="3154680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190" name="Text 188"/>
          <p:cNvSpPr/>
          <p:nvPr/>
        </p:nvSpPr>
        <p:spPr>
          <a:xfrm>
            <a:off x="7464247" y="3154680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900" dirty="0"/>
          </a:p>
        </p:txBody>
      </p:sp>
      <p:sp>
        <p:nvSpPr>
          <p:cNvPr id="191" name="Text 189"/>
          <p:cNvSpPr/>
          <p:nvPr/>
        </p:nvSpPr>
        <p:spPr>
          <a:xfrm>
            <a:off x="6805879" y="315468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00" dirty="0"/>
          </a:p>
        </p:txBody>
      </p:sp>
      <p:sp>
        <p:nvSpPr>
          <p:cNvPr id="192" name="Text 190"/>
          <p:cNvSpPr/>
          <p:nvPr/>
        </p:nvSpPr>
        <p:spPr>
          <a:xfrm>
            <a:off x="6147511" y="315468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193" name="Shape 191"/>
          <p:cNvSpPr/>
          <p:nvPr/>
        </p:nvSpPr>
        <p:spPr>
          <a:xfrm>
            <a:off x="3936842" y="3191637"/>
            <a:ext cx="850258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4723091" y="325564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3936842" y="325564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3342482" y="3154680"/>
            <a:ext cx="5486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50" dirty="0"/>
          </a:p>
        </p:txBody>
      </p:sp>
      <p:sp>
        <p:nvSpPr>
          <p:cNvPr id="197" name="Shape 195"/>
          <p:cNvSpPr/>
          <p:nvPr/>
        </p:nvSpPr>
        <p:spPr>
          <a:xfrm>
            <a:off x="365760" y="3347466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1441887" y="336613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1414455" y="3347466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A.1</a:t>
            </a:r>
            <a:endParaRPr lang="ar-SA" sz="650" dirty="0"/>
          </a:p>
        </p:txBody>
      </p:sp>
      <p:sp>
        <p:nvSpPr>
          <p:cNvPr id="200" name="Text 198"/>
          <p:cNvSpPr/>
          <p:nvPr/>
        </p:nvSpPr>
        <p:spPr>
          <a:xfrm>
            <a:off x="8762695" y="3347466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الحفر لأعمدة H-Beam</a:t>
            </a:r>
            <a:endParaRPr lang="ar-SA" sz="700" dirty="0"/>
          </a:p>
        </p:txBody>
      </p:sp>
      <p:sp>
        <p:nvSpPr>
          <p:cNvPr id="201" name="Text 199"/>
          <p:cNvSpPr/>
          <p:nvPr/>
        </p:nvSpPr>
        <p:spPr>
          <a:xfrm>
            <a:off x="7967167" y="3347466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02" name="Text 200"/>
          <p:cNvSpPr/>
          <p:nvPr/>
        </p:nvSpPr>
        <p:spPr>
          <a:xfrm>
            <a:off x="7464247" y="3347466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03" name="Text 201"/>
          <p:cNvSpPr/>
          <p:nvPr/>
        </p:nvSpPr>
        <p:spPr>
          <a:xfrm>
            <a:off x="6805879" y="334746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00" dirty="0"/>
          </a:p>
        </p:txBody>
      </p:sp>
      <p:sp>
        <p:nvSpPr>
          <p:cNvPr id="204" name="Text 202"/>
          <p:cNvSpPr/>
          <p:nvPr/>
        </p:nvSpPr>
        <p:spPr>
          <a:xfrm>
            <a:off x="6147511" y="334746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205" name="Shape 203"/>
          <p:cNvSpPr/>
          <p:nvPr/>
        </p:nvSpPr>
        <p:spPr>
          <a:xfrm>
            <a:off x="4276945" y="3387951"/>
            <a:ext cx="510155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4276945" y="3387951"/>
            <a:ext cx="510155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07" name="Shape 205"/>
          <p:cNvSpPr/>
          <p:nvPr/>
        </p:nvSpPr>
        <p:spPr>
          <a:xfrm>
            <a:off x="365760" y="3540252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11441887" y="355892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11414455" y="3540252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A.2</a:t>
            </a:r>
            <a:endParaRPr lang="ar-SA" sz="650" dirty="0"/>
          </a:p>
        </p:txBody>
      </p:sp>
      <p:sp>
        <p:nvSpPr>
          <p:cNvPr id="210" name="Text 208"/>
          <p:cNvSpPr/>
          <p:nvPr/>
        </p:nvSpPr>
        <p:spPr>
          <a:xfrm>
            <a:off x="8762695" y="3540252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أعمدة H-Beam</a:t>
            </a:r>
            <a:endParaRPr lang="ar-SA" sz="700" dirty="0"/>
          </a:p>
        </p:txBody>
      </p:sp>
      <p:sp>
        <p:nvSpPr>
          <p:cNvPr id="211" name="Text 209"/>
          <p:cNvSpPr/>
          <p:nvPr/>
        </p:nvSpPr>
        <p:spPr>
          <a:xfrm>
            <a:off x="7967167" y="3540252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SS +1</a:t>
            </a:r>
            <a:endParaRPr lang="ar-SA" sz="700" dirty="0"/>
          </a:p>
        </p:txBody>
      </p:sp>
      <p:sp>
        <p:nvSpPr>
          <p:cNvPr id="212" name="Text 210"/>
          <p:cNvSpPr/>
          <p:nvPr/>
        </p:nvSpPr>
        <p:spPr>
          <a:xfrm>
            <a:off x="7464247" y="3540252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13" name="Text 211"/>
          <p:cNvSpPr/>
          <p:nvPr/>
        </p:nvSpPr>
        <p:spPr>
          <a:xfrm>
            <a:off x="6805879" y="3540252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214" name="Text 212"/>
          <p:cNvSpPr/>
          <p:nvPr/>
        </p:nvSpPr>
        <p:spPr>
          <a:xfrm>
            <a:off x="6147511" y="3540252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215" name="Shape 213"/>
          <p:cNvSpPr/>
          <p:nvPr/>
        </p:nvSpPr>
        <p:spPr>
          <a:xfrm>
            <a:off x="4106893" y="3580737"/>
            <a:ext cx="340103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16" name="Text 214"/>
          <p:cNvSpPr/>
          <p:nvPr/>
        </p:nvSpPr>
        <p:spPr>
          <a:xfrm>
            <a:off x="4106893" y="3580737"/>
            <a:ext cx="340103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17" name="Shape 215"/>
          <p:cNvSpPr/>
          <p:nvPr/>
        </p:nvSpPr>
        <p:spPr>
          <a:xfrm>
            <a:off x="365760" y="3733038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11441887" y="375170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11414455" y="3733038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A.3</a:t>
            </a:r>
            <a:endParaRPr lang="ar-SA" sz="650" dirty="0"/>
          </a:p>
        </p:txBody>
      </p:sp>
      <p:sp>
        <p:nvSpPr>
          <p:cNvPr id="220" name="Text 218"/>
          <p:cNvSpPr/>
          <p:nvPr/>
        </p:nvSpPr>
        <p:spPr>
          <a:xfrm>
            <a:off x="8762695" y="3733038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لأعمدة H-Beam</a:t>
            </a:r>
            <a:endParaRPr lang="ar-SA" sz="700" dirty="0"/>
          </a:p>
        </p:txBody>
      </p:sp>
      <p:sp>
        <p:nvSpPr>
          <p:cNvPr id="221" name="Text 219"/>
          <p:cNvSpPr/>
          <p:nvPr/>
        </p:nvSpPr>
        <p:spPr>
          <a:xfrm>
            <a:off x="7967167" y="3733038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SS +1</a:t>
            </a:r>
            <a:endParaRPr lang="ar-SA" sz="700" dirty="0"/>
          </a:p>
        </p:txBody>
      </p:sp>
      <p:sp>
        <p:nvSpPr>
          <p:cNvPr id="222" name="Text 220"/>
          <p:cNvSpPr/>
          <p:nvPr/>
        </p:nvSpPr>
        <p:spPr>
          <a:xfrm>
            <a:off x="7464247" y="3733038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23" name="Text 221"/>
          <p:cNvSpPr/>
          <p:nvPr/>
        </p:nvSpPr>
        <p:spPr>
          <a:xfrm>
            <a:off x="6805879" y="3733038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224" name="Text 222"/>
          <p:cNvSpPr/>
          <p:nvPr/>
        </p:nvSpPr>
        <p:spPr>
          <a:xfrm>
            <a:off x="6147511" y="3733038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25" name="Shape 223"/>
          <p:cNvSpPr/>
          <p:nvPr/>
        </p:nvSpPr>
        <p:spPr>
          <a:xfrm>
            <a:off x="3936842" y="3773523"/>
            <a:ext cx="340103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26" name="Text 224"/>
          <p:cNvSpPr/>
          <p:nvPr/>
        </p:nvSpPr>
        <p:spPr>
          <a:xfrm>
            <a:off x="3936842" y="3773523"/>
            <a:ext cx="340103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27" name="Shape 225"/>
          <p:cNvSpPr/>
          <p:nvPr/>
        </p:nvSpPr>
        <p:spPr>
          <a:xfrm>
            <a:off x="365760" y="3925824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11441887" y="394449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11414455" y="3925824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A.4</a:t>
            </a:r>
            <a:endParaRPr lang="ar-SA" sz="650" dirty="0"/>
          </a:p>
        </p:txBody>
      </p:sp>
      <p:sp>
        <p:nvSpPr>
          <p:cNvPr id="230" name="Text 228"/>
          <p:cNvSpPr/>
          <p:nvPr/>
        </p:nvSpPr>
        <p:spPr>
          <a:xfrm>
            <a:off x="8762695" y="3925824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التدعيم (Bracing) لنظام الدعم</a:t>
            </a:r>
            <a:endParaRPr lang="ar-SA" sz="700" dirty="0"/>
          </a:p>
        </p:txBody>
      </p:sp>
      <p:sp>
        <p:nvSpPr>
          <p:cNvPr id="231" name="Text 229"/>
          <p:cNvSpPr/>
          <p:nvPr/>
        </p:nvSpPr>
        <p:spPr>
          <a:xfrm>
            <a:off x="7967167" y="3925824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SS +1</a:t>
            </a:r>
            <a:endParaRPr lang="ar-SA" sz="700" dirty="0"/>
          </a:p>
        </p:txBody>
      </p:sp>
      <p:sp>
        <p:nvSpPr>
          <p:cNvPr id="232" name="Text 230"/>
          <p:cNvSpPr/>
          <p:nvPr/>
        </p:nvSpPr>
        <p:spPr>
          <a:xfrm>
            <a:off x="7464247" y="3925824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33" name="Text 231"/>
          <p:cNvSpPr/>
          <p:nvPr/>
        </p:nvSpPr>
        <p:spPr>
          <a:xfrm>
            <a:off x="6805879" y="3925824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34" name="Text 232"/>
          <p:cNvSpPr/>
          <p:nvPr/>
        </p:nvSpPr>
        <p:spPr>
          <a:xfrm>
            <a:off x="6147511" y="3925824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35" name="Shape 233"/>
          <p:cNvSpPr/>
          <p:nvPr/>
        </p:nvSpPr>
        <p:spPr>
          <a:xfrm>
            <a:off x="3936842" y="3966309"/>
            <a:ext cx="170052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36" name="Shape 234"/>
          <p:cNvSpPr/>
          <p:nvPr/>
        </p:nvSpPr>
        <p:spPr>
          <a:xfrm>
            <a:off x="365760" y="4118610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11441887" y="413727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11414455" y="4118610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A.5</a:t>
            </a:r>
            <a:endParaRPr lang="ar-SA" sz="650" dirty="0"/>
          </a:p>
        </p:txBody>
      </p:sp>
      <p:sp>
        <p:nvSpPr>
          <p:cNvPr id="239" name="Text 237"/>
          <p:cNvSpPr/>
          <p:nvPr/>
        </p:nvSpPr>
        <p:spPr>
          <a:xfrm>
            <a:off x="8762695" y="4118610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/ إدخال الألواح المضلعة (Corrugated sheets)</a:t>
            </a:r>
            <a:endParaRPr lang="ar-SA" sz="700" dirty="0"/>
          </a:p>
        </p:txBody>
      </p:sp>
      <p:sp>
        <p:nvSpPr>
          <p:cNvPr id="240" name="Text 238"/>
          <p:cNvSpPr/>
          <p:nvPr/>
        </p:nvSpPr>
        <p:spPr>
          <a:xfrm>
            <a:off x="7967167" y="4118610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SS +0</a:t>
            </a:r>
            <a:endParaRPr lang="ar-SA" sz="700" dirty="0"/>
          </a:p>
        </p:txBody>
      </p:sp>
      <p:sp>
        <p:nvSpPr>
          <p:cNvPr id="241" name="Text 239"/>
          <p:cNvSpPr/>
          <p:nvPr/>
        </p:nvSpPr>
        <p:spPr>
          <a:xfrm>
            <a:off x="7464247" y="4118610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42" name="Text 240"/>
          <p:cNvSpPr/>
          <p:nvPr/>
        </p:nvSpPr>
        <p:spPr>
          <a:xfrm>
            <a:off x="6805879" y="411861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43" name="Text 241"/>
          <p:cNvSpPr/>
          <p:nvPr/>
        </p:nvSpPr>
        <p:spPr>
          <a:xfrm>
            <a:off x="6147511" y="411861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44" name="Shape 242"/>
          <p:cNvSpPr/>
          <p:nvPr/>
        </p:nvSpPr>
        <p:spPr>
          <a:xfrm>
            <a:off x="3936842" y="4159095"/>
            <a:ext cx="170052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5" name="Shape 243"/>
          <p:cNvSpPr/>
          <p:nvPr/>
        </p:nvSpPr>
        <p:spPr>
          <a:xfrm>
            <a:off x="365760" y="4311396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1515039" y="428891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11441887" y="4311396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ar-SA" sz="850" dirty="0"/>
          </a:p>
        </p:txBody>
      </p:sp>
      <p:sp>
        <p:nvSpPr>
          <p:cNvPr id="248" name="Text 246"/>
          <p:cNvSpPr/>
          <p:nvPr/>
        </p:nvSpPr>
        <p:spPr>
          <a:xfrm>
            <a:off x="8762695" y="4311396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الخرسانة العادية (Lean concrete)</a:t>
            </a:r>
            <a:endParaRPr lang="ar-SA" sz="750" dirty="0"/>
          </a:p>
        </p:txBody>
      </p:sp>
      <p:sp>
        <p:nvSpPr>
          <p:cNvPr id="249" name="Text 247"/>
          <p:cNvSpPr/>
          <p:nvPr/>
        </p:nvSpPr>
        <p:spPr>
          <a:xfrm>
            <a:off x="7967167" y="4311396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SS +4</a:t>
            </a:r>
            <a:endParaRPr lang="ar-SA" sz="700" dirty="0"/>
          </a:p>
        </p:txBody>
      </p:sp>
      <p:sp>
        <p:nvSpPr>
          <p:cNvPr id="250" name="Text 248"/>
          <p:cNvSpPr/>
          <p:nvPr/>
        </p:nvSpPr>
        <p:spPr>
          <a:xfrm>
            <a:off x="7464247" y="4311396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51" name="Text 249"/>
          <p:cNvSpPr/>
          <p:nvPr/>
        </p:nvSpPr>
        <p:spPr>
          <a:xfrm>
            <a:off x="6805879" y="431139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52" name="Text 250"/>
          <p:cNvSpPr/>
          <p:nvPr/>
        </p:nvSpPr>
        <p:spPr>
          <a:xfrm>
            <a:off x="6147511" y="431139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53" name="Shape 251"/>
          <p:cNvSpPr/>
          <p:nvPr/>
        </p:nvSpPr>
        <p:spPr>
          <a:xfrm>
            <a:off x="3766790" y="4351881"/>
            <a:ext cx="170052" cy="111816"/>
          </a:xfrm>
          <a:prstGeom prst="roundRect">
            <a:avLst>
              <a:gd name="adj" fmla="val 32711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4" name="Shape 252"/>
          <p:cNvSpPr/>
          <p:nvPr/>
        </p:nvSpPr>
        <p:spPr>
          <a:xfrm>
            <a:off x="365760" y="4504182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1515039" y="448170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11441887" y="4504182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ar-SA" sz="850" dirty="0"/>
          </a:p>
        </p:txBody>
      </p:sp>
      <p:sp>
        <p:nvSpPr>
          <p:cNvPr id="257" name="Text 255"/>
          <p:cNvSpPr/>
          <p:nvPr/>
        </p:nvSpPr>
        <p:spPr>
          <a:xfrm>
            <a:off x="8762695" y="4504182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خندق الحفرة – حديد التسليح والشدات والخرسانة</a:t>
            </a:r>
            <a:endParaRPr lang="ar-SA" sz="750" dirty="0"/>
          </a:p>
        </p:txBody>
      </p:sp>
      <p:sp>
        <p:nvSpPr>
          <p:cNvPr id="258" name="Text 256"/>
          <p:cNvSpPr/>
          <p:nvPr/>
        </p:nvSpPr>
        <p:spPr>
          <a:xfrm>
            <a:off x="7967167" y="4504182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700" dirty="0"/>
          </a:p>
        </p:txBody>
      </p:sp>
      <p:sp>
        <p:nvSpPr>
          <p:cNvPr id="259" name="Text 257"/>
          <p:cNvSpPr/>
          <p:nvPr/>
        </p:nvSpPr>
        <p:spPr>
          <a:xfrm>
            <a:off x="7464247" y="4504182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60" name="Text 258"/>
          <p:cNvSpPr/>
          <p:nvPr/>
        </p:nvSpPr>
        <p:spPr>
          <a:xfrm>
            <a:off x="6805879" y="4504182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61" name="Text 259"/>
          <p:cNvSpPr/>
          <p:nvPr/>
        </p:nvSpPr>
        <p:spPr>
          <a:xfrm>
            <a:off x="6147511" y="4504182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أكتوبر</a:t>
            </a:r>
            <a:endParaRPr lang="ar-SA" sz="700" dirty="0"/>
          </a:p>
        </p:txBody>
      </p:sp>
      <p:sp>
        <p:nvSpPr>
          <p:cNvPr id="262" name="Shape 260"/>
          <p:cNvSpPr/>
          <p:nvPr/>
        </p:nvSpPr>
        <p:spPr>
          <a:xfrm>
            <a:off x="3596739" y="4544667"/>
            <a:ext cx="340103" cy="111816"/>
          </a:xfrm>
          <a:prstGeom prst="roundRect">
            <a:avLst>
              <a:gd name="adj" fmla="val 32711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3" name="Text 261"/>
          <p:cNvSpPr/>
          <p:nvPr/>
        </p:nvSpPr>
        <p:spPr>
          <a:xfrm>
            <a:off x="3596739" y="4544667"/>
            <a:ext cx="340103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64" name="Shape 262"/>
          <p:cNvSpPr/>
          <p:nvPr/>
        </p:nvSpPr>
        <p:spPr>
          <a:xfrm>
            <a:off x="365760" y="4696968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11515039" y="467448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11441887" y="4696968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ar-SA" sz="850" dirty="0"/>
          </a:p>
        </p:txBody>
      </p:sp>
      <p:sp>
        <p:nvSpPr>
          <p:cNvPr id="267" name="Text 265"/>
          <p:cNvSpPr/>
          <p:nvPr/>
        </p:nvSpPr>
        <p:spPr>
          <a:xfrm>
            <a:off x="8762695" y="4696968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بلاطة / لبشة الحفرة – حديد التسليح والشدات والخرسانة</a:t>
            </a:r>
            <a:endParaRPr lang="ar-SA" sz="750" dirty="0"/>
          </a:p>
        </p:txBody>
      </p:sp>
      <p:sp>
        <p:nvSpPr>
          <p:cNvPr id="268" name="Text 266"/>
          <p:cNvSpPr/>
          <p:nvPr/>
        </p:nvSpPr>
        <p:spPr>
          <a:xfrm>
            <a:off x="7967167" y="4696968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FS</a:t>
            </a:r>
            <a:endParaRPr lang="ar-SA" sz="700" dirty="0"/>
          </a:p>
        </p:txBody>
      </p:sp>
      <p:sp>
        <p:nvSpPr>
          <p:cNvPr id="269" name="Text 267"/>
          <p:cNvSpPr/>
          <p:nvPr/>
        </p:nvSpPr>
        <p:spPr>
          <a:xfrm>
            <a:off x="7464247" y="4696968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270" name="Text 268"/>
          <p:cNvSpPr/>
          <p:nvPr/>
        </p:nvSpPr>
        <p:spPr>
          <a:xfrm>
            <a:off x="6805879" y="4696968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أكتوبر</a:t>
            </a:r>
            <a:endParaRPr lang="ar-SA" sz="700" dirty="0"/>
          </a:p>
        </p:txBody>
      </p:sp>
      <p:sp>
        <p:nvSpPr>
          <p:cNvPr id="271" name="Text 269"/>
          <p:cNvSpPr/>
          <p:nvPr/>
        </p:nvSpPr>
        <p:spPr>
          <a:xfrm>
            <a:off x="6147511" y="4696968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نوفمبر</a:t>
            </a:r>
            <a:endParaRPr lang="ar-SA" sz="700" dirty="0"/>
          </a:p>
        </p:txBody>
      </p:sp>
      <p:sp>
        <p:nvSpPr>
          <p:cNvPr id="272" name="Shape 270"/>
          <p:cNvSpPr/>
          <p:nvPr/>
        </p:nvSpPr>
        <p:spPr>
          <a:xfrm>
            <a:off x="2576430" y="4737453"/>
            <a:ext cx="1020309" cy="111816"/>
          </a:xfrm>
          <a:prstGeom prst="roundRect">
            <a:avLst>
              <a:gd name="adj" fmla="val 32711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3" name="Text 271"/>
          <p:cNvSpPr/>
          <p:nvPr/>
        </p:nvSpPr>
        <p:spPr>
          <a:xfrm>
            <a:off x="2576430" y="4737453"/>
            <a:ext cx="1020309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274" name="Shape 272"/>
          <p:cNvSpPr/>
          <p:nvPr/>
        </p:nvSpPr>
        <p:spPr>
          <a:xfrm>
            <a:off x="365760" y="4889754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11515039" y="486727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11441887" y="4889754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ar-SA" sz="850" dirty="0"/>
          </a:p>
        </p:txBody>
      </p:sp>
      <p:sp>
        <p:nvSpPr>
          <p:cNvPr id="277" name="Text 275"/>
          <p:cNvSpPr/>
          <p:nvPr/>
        </p:nvSpPr>
        <p:spPr>
          <a:xfrm>
            <a:off x="8762695" y="4889754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جدار الحفرة – حديد التسليح والشدات والخرسانة</a:t>
            </a:r>
            <a:endParaRPr lang="ar-SA" sz="750" dirty="0"/>
          </a:p>
        </p:txBody>
      </p:sp>
      <p:sp>
        <p:nvSpPr>
          <p:cNvPr id="278" name="Text 276"/>
          <p:cNvSpPr/>
          <p:nvPr/>
        </p:nvSpPr>
        <p:spPr>
          <a:xfrm>
            <a:off x="7967167" y="4889754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279" name="Text 277"/>
          <p:cNvSpPr/>
          <p:nvPr/>
        </p:nvSpPr>
        <p:spPr>
          <a:xfrm>
            <a:off x="7464247" y="4889754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80" name="Text 278"/>
          <p:cNvSpPr/>
          <p:nvPr/>
        </p:nvSpPr>
        <p:spPr>
          <a:xfrm>
            <a:off x="6805879" y="4889754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نوفمبر</a:t>
            </a:r>
            <a:endParaRPr lang="ar-SA" sz="700" dirty="0"/>
          </a:p>
        </p:txBody>
      </p:sp>
      <p:sp>
        <p:nvSpPr>
          <p:cNvPr id="281" name="Text 279"/>
          <p:cNvSpPr/>
          <p:nvPr/>
        </p:nvSpPr>
        <p:spPr>
          <a:xfrm>
            <a:off x="6147511" y="4889754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نوفمبر</a:t>
            </a:r>
            <a:endParaRPr lang="ar-SA" sz="700" dirty="0"/>
          </a:p>
        </p:txBody>
      </p:sp>
      <p:sp>
        <p:nvSpPr>
          <p:cNvPr id="282" name="Shape 280"/>
          <p:cNvSpPr/>
          <p:nvPr/>
        </p:nvSpPr>
        <p:spPr>
          <a:xfrm>
            <a:off x="1896224" y="4930239"/>
            <a:ext cx="680206" cy="111816"/>
          </a:xfrm>
          <a:prstGeom prst="roundRect">
            <a:avLst>
              <a:gd name="adj" fmla="val 32711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3" name="Text 281"/>
          <p:cNvSpPr/>
          <p:nvPr/>
        </p:nvSpPr>
        <p:spPr>
          <a:xfrm>
            <a:off x="1896224" y="4930239"/>
            <a:ext cx="680206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84" name="Shape 282"/>
          <p:cNvSpPr/>
          <p:nvPr/>
        </p:nvSpPr>
        <p:spPr>
          <a:xfrm>
            <a:off x="365760" y="5082540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1515039" y="506006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11441887" y="5082540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287" name="Text 285"/>
          <p:cNvSpPr/>
          <p:nvPr/>
        </p:nvSpPr>
        <p:spPr>
          <a:xfrm>
            <a:off x="8762695" y="5082540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750" dirty="0"/>
          </a:p>
        </p:txBody>
      </p:sp>
      <p:sp>
        <p:nvSpPr>
          <p:cNvPr id="288" name="Text 286"/>
          <p:cNvSpPr/>
          <p:nvPr/>
        </p:nvSpPr>
        <p:spPr>
          <a:xfrm>
            <a:off x="7967167" y="5082540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289" name="Text 287"/>
          <p:cNvSpPr/>
          <p:nvPr/>
        </p:nvSpPr>
        <p:spPr>
          <a:xfrm>
            <a:off x="7464247" y="5082540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900" dirty="0"/>
          </a:p>
        </p:txBody>
      </p:sp>
      <p:sp>
        <p:nvSpPr>
          <p:cNvPr id="290" name="Text 288"/>
          <p:cNvSpPr/>
          <p:nvPr/>
        </p:nvSpPr>
        <p:spPr>
          <a:xfrm>
            <a:off x="6805879" y="508254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نوفمبر</a:t>
            </a:r>
            <a:endParaRPr lang="ar-SA" sz="700" dirty="0"/>
          </a:p>
        </p:txBody>
      </p:sp>
      <p:sp>
        <p:nvSpPr>
          <p:cNvPr id="291" name="Text 289"/>
          <p:cNvSpPr/>
          <p:nvPr/>
        </p:nvSpPr>
        <p:spPr>
          <a:xfrm>
            <a:off x="6147511" y="508254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نوفمبر</a:t>
            </a:r>
            <a:endParaRPr lang="ar-SA" sz="700" dirty="0"/>
          </a:p>
        </p:txBody>
      </p:sp>
      <p:sp>
        <p:nvSpPr>
          <p:cNvPr id="292" name="Shape 290"/>
          <p:cNvSpPr/>
          <p:nvPr/>
        </p:nvSpPr>
        <p:spPr>
          <a:xfrm>
            <a:off x="1386069" y="5123025"/>
            <a:ext cx="1190361" cy="111816"/>
          </a:xfrm>
          <a:prstGeom prst="roundRect">
            <a:avLst>
              <a:gd name="adj" fmla="val 32711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3" name="Text 291"/>
          <p:cNvSpPr/>
          <p:nvPr/>
        </p:nvSpPr>
        <p:spPr>
          <a:xfrm>
            <a:off x="1386069" y="5123025"/>
            <a:ext cx="1190361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يوم</a:t>
            </a:r>
            <a:endParaRPr lang="ar-SA" sz="700" dirty="0"/>
          </a:p>
        </p:txBody>
      </p:sp>
      <p:sp>
        <p:nvSpPr>
          <p:cNvPr id="294" name="Shape 292"/>
          <p:cNvSpPr/>
          <p:nvPr/>
        </p:nvSpPr>
        <p:spPr>
          <a:xfrm>
            <a:off x="365760" y="5275326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11515039" y="525284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11441887" y="5275326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297" name="Text 295"/>
          <p:cNvSpPr/>
          <p:nvPr/>
        </p:nvSpPr>
        <p:spPr>
          <a:xfrm>
            <a:off x="8762695" y="5275326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750" dirty="0"/>
          </a:p>
        </p:txBody>
      </p:sp>
      <p:sp>
        <p:nvSpPr>
          <p:cNvPr id="298" name="Text 296"/>
          <p:cNvSpPr/>
          <p:nvPr/>
        </p:nvSpPr>
        <p:spPr>
          <a:xfrm>
            <a:off x="7967167" y="5275326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700" dirty="0"/>
          </a:p>
        </p:txBody>
      </p:sp>
      <p:sp>
        <p:nvSpPr>
          <p:cNvPr id="299" name="Text 297"/>
          <p:cNvSpPr/>
          <p:nvPr/>
        </p:nvSpPr>
        <p:spPr>
          <a:xfrm>
            <a:off x="7464247" y="5275326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300" name="Text 298"/>
          <p:cNvSpPr/>
          <p:nvPr/>
        </p:nvSpPr>
        <p:spPr>
          <a:xfrm>
            <a:off x="6805879" y="527532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نوفمبر</a:t>
            </a:r>
            <a:endParaRPr lang="ar-SA" sz="700" dirty="0"/>
          </a:p>
        </p:txBody>
      </p:sp>
      <p:sp>
        <p:nvSpPr>
          <p:cNvPr id="301" name="Text 299"/>
          <p:cNvSpPr/>
          <p:nvPr/>
        </p:nvSpPr>
        <p:spPr>
          <a:xfrm>
            <a:off x="6147511" y="527532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700" dirty="0"/>
          </a:p>
        </p:txBody>
      </p:sp>
      <p:sp>
        <p:nvSpPr>
          <p:cNvPr id="302" name="Shape 300"/>
          <p:cNvSpPr/>
          <p:nvPr/>
        </p:nvSpPr>
        <p:spPr>
          <a:xfrm>
            <a:off x="705863" y="5315811"/>
            <a:ext cx="680206" cy="111816"/>
          </a:xfrm>
          <a:prstGeom prst="roundRect">
            <a:avLst>
              <a:gd name="adj" fmla="val 32711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3" name="Text 301"/>
          <p:cNvSpPr/>
          <p:nvPr/>
        </p:nvSpPr>
        <p:spPr>
          <a:xfrm>
            <a:off x="705863" y="5315811"/>
            <a:ext cx="680206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304" name="Shape 302"/>
          <p:cNvSpPr/>
          <p:nvPr/>
        </p:nvSpPr>
        <p:spPr>
          <a:xfrm>
            <a:off x="4732235" y="3499767"/>
            <a:ext cx="0" cy="13687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 flipH="1">
            <a:off x="4456140" y="3636645"/>
            <a:ext cx="27609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6" name="Shape 304"/>
          <p:cNvSpPr/>
          <p:nvPr/>
        </p:nvSpPr>
        <p:spPr>
          <a:xfrm>
            <a:off x="4392132" y="3692553"/>
            <a:ext cx="0" cy="13687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 flipH="1">
            <a:off x="4286089" y="3829431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8" name="Shape 306"/>
          <p:cNvSpPr/>
          <p:nvPr/>
        </p:nvSpPr>
        <p:spPr>
          <a:xfrm>
            <a:off x="4222081" y="3885339"/>
            <a:ext cx="0" cy="13687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 flipH="1">
            <a:off x="4116037" y="4022217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0" name="Shape 308"/>
          <p:cNvSpPr/>
          <p:nvPr/>
        </p:nvSpPr>
        <p:spPr>
          <a:xfrm>
            <a:off x="4052029" y="4078125"/>
            <a:ext cx="0" cy="13687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 flipH="1">
            <a:off x="4052029" y="421500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2" name="Shape 310"/>
          <p:cNvSpPr/>
          <p:nvPr/>
        </p:nvSpPr>
        <p:spPr>
          <a:xfrm>
            <a:off x="4732235" y="3306981"/>
            <a:ext cx="0" cy="110080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 flipH="1">
            <a:off x="3945986" y="4407789"/>
            <a:ext cx="78625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4" name="Shape 312"/>
          <p:cNvSpPr/>
          <p:nvPr/>
        </p:nvSpPr>
        <p:spPr>
          <a:xfrm>
            <a:off x="3936842" y="325107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982562" y="3251073"/>
            <a:ext cx="0" cy="134950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 flipH="1">
            <a:off x="3945986" y="460057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7" name="Shape 315"/>
          <p:cNvSpPr/>
          <p:nvPr/>
        </p:nvSpPr>
        <p:spPr>
          <a:xfrm>
            <a:off x="3596739" y="460057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642459" y="4600575"/>
            <a:ext cx="0" cy="1927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 flipH="1">
            <a:off x="3605883" y="479336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0" name="Shape 318"/>
          <p:cNvSpPr/>
          <p:nvPr/>
        </p:nvSpPr>
        <p:spPr>
          <a:xfrm>
            <a:off x="2576430" y="479336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622150" y="4793361"/>
            <a:ext cx="0" cy="1927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 flipH="1">
            <a:off x="2585574" y="498614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3" name="Shape 321"/>
          <p:cNvSpPr/>
          <p:nvPr/>
        </p:nvSpPr>
        <p:spPr>
          <a:xfrm>
            <a:off x="2576430" y="479336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622150" y="4793361"/>
            <a:ext cx="0" cy="38557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 flipH="1">
            <a:off x="2585574" y="517893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6" name="Shape 324"/>
          <p:cNvSpPr/>
          <p:nvPr/>
        </p:nvSpPr>
        <p:spPr>
          <a:xfrm>
            <a:off x="1386069" y="517893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431789" y="5178933"/>
            <a:ext cx="0" cy="1927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 flipH="1">
            <a:off x="1395213" y="537171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9" name="Shape 327"/>
          <p:cNvSpPr/>
          <p:nvPr/>
        </p:nvSpPr>
        <p:spPr>
          <a:xfrm>
            <a:off x="4872125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30" name="Shape 328"/>
          <p:cNvSpPr/>
          <p:nvPr/>
        </p:nvSpPr>
        <p:spPr>
          <a:xfrm>
            <a:off x="4899557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31" name="Text 329"/>
          <p:cNvSpPr/>
          <p:nvPr/>
        </p:nvSpPr>
        <p:spPr>
          <a:xfrm>
            <a:off x="4899557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332" name="Shape 330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34" name="Shape 332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35" name="Text 333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336" name="Text 334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22 أكتوبر 2026</a:t>
            </a:r>
            <a:endParaRPr lang="ar-SA" sz="1300" dirty="0"/>
          </a:p>
        </p:txBody>
      </p:sp>
      <p:sp>
        <p:nvSpPr>
          <p:cNvPr id="337" name="Text 335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20</a:t>
            </a:r>
            <a:endParaRPr lang="ar-SA" sz="750" dirty="0"/>
          </a:p>
        </p:txBody>
      </p:sp>
      <p:sp>
        <p:nvSpPr>
          <p:cNvPr id="338" name="Shape 336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39" name="Shape 337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40" name="Text 338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341" name="Text 339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26 أكتوبر 2026</a:t>
            </a:r>
            <a:endParaRPr lang="ar-SA" sz="1300" dirty="0"/>
          </a:p>
        </p:txBody>
      </p:sp>
      <p:sp>
        <p:nvSpPr>
          <p:cNvPr id="342" name="Text 340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4 / 20</a:t>
            </a:r>
            <a:endParaRPr lang="ar-SA" sz="750" dirty="0"/>
          </a:p>
        </p:txBody>
      </p:sp>
      <p:sp>
        <p:nvSpPr>
          <p:cNvPr id="343" name="Shape 341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4" name="Shape 342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45" name="Text 343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850" dirty="0"/>
          </a:p>
        </p:txBody>
      </p:sp>
      <p:sp>
        <p:nvSpPr>
          <p:cNvPr id="346" name="Text 344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7 نوفمبر 2026</a:t>
            </a:r>
            <a:endParaRPr lang="ar-SA" sz="1300" dirty="0"/>
          </a:p>
        </p:txBody>
      </p:sp>
      <p:sp>
        <p:nvSpPr>
          <p:cNvPr id="347" name="Text 345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14 / 20</a:t>
            </a:r>
            <a:endParaRPr lang="ar-SA" sz="750" dirty="0"/>
          </a:p>
        </p:txBody>
      </p:sp>
      <p:sp>
        <p:nvSpPr>
          <p:cNvPr id="348" name="Shape 346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9" name="Shape 347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50" name="Text 348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351" name="Text 349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10 نوفمبر 2026</a:t>
            </a:r>
            <a:endParaRPr lang="ar-SA" sz="1300" dirty="0"/>
          </a:p>
        </p:txBody>
      </p:sp>
      <p:sp>
        <p:nvSpPr>
          <p:cNvPr id="352" name="Text 350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17 / 20</a:t>
            </a:r>
            <a:endParaRPr lang="ar-SA" sz="750" dirty="0"/>
          </a:p>
        </p:txBody>
      </p:sp>
      <p:sp>
        <p:nvSpPr>
          <p:cNvPr id="353" name="Shape 351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54" name="Shape 352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55" name="Text 353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356" name="Text 354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14 نوفمبر 2026</a:t>
            </a:r>
            <a:endParaRPr lang="ar-SA" sz="1300" dirty="0"/>
          </a:p>
        </p:txBody>
      </p:sp>
      <p:sp>
        <p:nvSpPr>
          <p:cNvPr id="357" name="Text 355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20 / 20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2026-10-21T13:48:18Z</dcterms:created>
  <dcterms:modified xsi:type="dcterms:W3CDTF">2026-10-21T13:48:18Z</dcterms:modified>
</cp:coreProperties>
</file>