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Works – Shoring &amp; Pit Works Programme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Initial re-plan based on the contractor programme (Rev 01) · Commencement 22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02906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44184" y="1325880"/>
            <a:ext cx="2123909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44184" y="1325880"/>
            <a:ext cx="21239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168093" y="1325880"/>
            <a:ext cx="3539848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68093" y="1325880"/>
            <a:ext cx="353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707940" y="1325880"/>
            <a:ext cx="117995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7940" y="1325880"/>
            <a:ext cx="1179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044184" y="1508760"/>
            <a:ext cx="35398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98169" y="1508760"/>
            <a:ext cx="825964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98169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7224133" y="1508760"/>
            <a:ext cx="825964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4133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8050098" y="1508760"/>
            <a:ext cx="825964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50098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8876062" y="1508760"/>
            <a:ext cx="825964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76062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9702027" y="1508760"/>
            <a:ext cx="825964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02027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0527991" y="1508760"/>
            <a:ext cx="825964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527991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353956" y="1508760"/>
            <a:ext cx="471980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353956" y="1508760"/>
            <a:ext cx="4719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604418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4418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604418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6162179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6217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48" name="Text 46"/>
          <p:cNvSpPr/>
          <p:nvPr/>
        </p:nvSpPr>
        <p:spPr>
          <a:xfrm>
            <a:off x="616217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49" name="Shape 47"/>
          <p:cNvSpPr/>
          <p:nvPr/>
        </p:nvSpPr>
        <p:spPr>
          <a:xfrm>
            <a:off x="6280174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8017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51" name="Text 49"/>
          <p:cNvSpPr/>
          <p:nvPr/>
        </p:nvSpPr>
        <p:spPr>
          <a:xfrm>
            <a:off x="628017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6280174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98169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9816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639816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639816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1616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1616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9" name="Text 57"/>
          <p:cNvSpPr/>
          <p:nvPr/>
        </p:nvSpPr>
        <p:spPr>
          <a:xfrm>
            <a:off x="651616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6634159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63415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663415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675215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75215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675215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687014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7014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687014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698814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98814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71" name="Text 69"/>
          <p:cNvSpPr/>
          <p:nvPr/>
        </p:nvSpPr>
        <p:spPr>
          <a:xfrm>
            <a:off x="698814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7106138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0613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710613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7106138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22413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22413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722413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7224133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34212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34212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82" name="Text 80"/>
          <p:cNvSpPr/>
          <p:nvPr/>
        </p:nvSpPr>
        <p:spPr>
          <a:xfrm>
            <a:off x="734212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746012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46012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85" name="Text 83"/>
          <p:cNvSpPr/>
          <p:nvPr/>
        </p:nvSpPr>
        <p:spPr>
          <a:xfrm>
            <a:off x="746012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757811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57811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8" name="Text 86"/>
          <p:cNvSpPr/>
          <p:nvPr/>
        </p:nvSpPr>
        <p:spPr>
          <a:xfrm>
            <a:off x="757811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769611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69611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91" name="Text 89"/>
          <p:cNvSpPr/>
          <p:nvPr/>
        </p:nvSpPr>
        <p:spPr>
          <a:xfrm>
            <a:off x="769611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781410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81410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94" name="Text 92"/>
          <p:cNvSpPr/>
          <p:nvPr/>
        </p:nvSpPr>
        <p:spPr>
          <a:xfrm>
            <a:off x="781410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7932103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93210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97" name="Text 95"/>
          <p:cNvSpPr/>
          <p:nvPr/>
        </p:nvSpPr>
        <p:spPr>
          <a:xfrm>
            <a:off x="793210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7932103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5009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05009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01" name="Text 99"/>
          <p:cNvSpPr/>
          <p:nvPr/>
        </p:nvSpPr>
        <p:spPr>
          <a:xfrm>
            <a:off x="805009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8050098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16809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6809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05" name="Text 103"/>
          <p:cNvSpPr/>
          <p:nvPr/>
        </p:nvSpPr>
        <p:spPr>
          <a:xfrm>
            <a:off x="816809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106" name="Shape 104"/>
          <p:cNvSpPr/>
          <p:nvPr/>
        </p:nvSpPr>
        <p:spPr>
          <a:xfrm>
            <a:off x="828608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28608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08" name="Text 106"/>
          <p:cNvSpPr/>
          <p:nvPr/>
        </p:nvSpPr>
        <p:spPr>
          <a:xfrm>
            <a:off x="828608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109" name="Shape 107"/>
          <p:cNvSpPr/>
          <p:nvPr/>
        </p:nvSpPr>
        <p:spPr>
          <a:xfrm>
            <a:off x="840408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40408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11" name="Text 109"/>
          <p:cNvSpPr/>
          <p:nvPr/>
        </p:nvSpPr>
        <p:spPr>
          <a:xfrm>
            <a:off x="840408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852207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52207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14" name="Text 112"/>
          <p:cNvSpPr/>
          <p:nvPr/>
        </p:nvSpPr>
        <p:spPr>
          <a:xfrm>
            <a:off x="852207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15" name="Shape 113"/>
          <p:cNvSpPr/>
          <p:nvPr/>
        </p:nvSpPr>
        <p:spPr>
          <a:xfrm>
            <a:off x="864007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64007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17" name="Text 115"/>
          <p:cNvSpPr/>
          <p:nvPr/>
        </p:nvSpPr>
        <p:spPr>
          <a:xfrm>
            <a:off x="864007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8758067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875806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20" name="Text 118"/>
          <p:cNvSpPr/>
          <p:nvPr/>
        </p:nvSpPr>
        <p:spPr>
          <a:xfrm>
            <a:off x="875806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21" name="Shape 119"/>
          <p:cNvSpPr/>
          <p:nvPr/>
        </p:nvSpPr>
        <p:spPr>
          <a:xfrm>
            <a:off x="8758067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87606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87606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24" name="Text 122"/>
          <p:cNvSpPr/>
          <p:nvPr/>
        </p:nvSpPr>
        <p:spPr>
          <a:xfrm>
            <a:off x="887606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8876062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899405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9405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28" name="Text 126"/>
          <p:cNvSpPr/>
          <p:nvPr/>
        </p:nvSpPr>
        <p:spPr>
          <a:xfrm>
            <a:off x="899405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911205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11205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31" name="Text 129"/>
          <p:cNvSpPr/>
          <p:nvPr/>
        </p:nvSpPr>
        <p:spPr>
          <a:xfrm>
            <a:off x="911205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923004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23004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34" name="Text 132"/>
          <p:cNvSpPr/>
          <p:nvPr/>
        </p:nvSpPr>
        <p:spPr>
          <a:xfrm>
            <a:off x="923004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35" name="Shape 133"/>
          <p:cNvSpPr/>
          <p:nvPr/>
        </p:nvSpPr>
        <p:spPr>
          <a:xfrm>
            <a:off x="934804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934804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37" name="Text 135"/>
          <p:cNvSpPr/>
          <p:nvPr/>
        </p:nvSpPr>
        <p:spPr>
          <a:xfrm>
            <a:off x="934804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38" name="Shape 136"/>
          <p:cNvSpPr/>
          <p:nvPr/>
        </p:nvSpPr>
        <p:spPr>
          <a:xfrm>
            <a:off x="946603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946603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40" name="Text 138"/>
          <p:cNvSpPr/>
          <p:nvPr/>
        </p:nvSpPr>
        <p:spPr>
          <a:xfrm>
            <a:off x="946603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41" name="Shape 139"/>
          <p:cNvSpPr/>
          <p:nvPr/>
        </p:nvSpPr>
        <p:spPr>
          <a:xfrm>
            <a:off x="9584032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58403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43" name="Text 141"/>
          <p:cNvSpPr/>
          <p:nvPr/>
        </p:nvSpPr>
        <p:spPr>
          <a:xfrm>
            <a:off x="958403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144" name="Shape 142"/>
          <p:cNvSpPr/>
          <p:nvPr/>
        </p:nvSpPr>
        <p:spPr>
          <a:xfrm>
            <a:off x="9584032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970202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0202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7" name="Text 145"/>
          <p:cNvSpPr/>
          <p:nvPr/>
        </p:nvSpPr>
        <p:spPr>
          <a:xfrm>
            <a:off x="970202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148" name="Shape 146"/>
          <p:cNvSpPr/>
          <p:nvPr/>
        </p:nvSpPr>
        <p:spPr>
          <a:xfrm>
            <a:off x="9702027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82002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982002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51" name="Text 149"/>
          <p:cNvSpPr/>
          <p:nvPr/>
        </p:nvSpPr>
        <p:spPr>
          <a:xfrm>
            <a:off x="982002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152" name="Shape 150"/>
          <p:cNvSpPr/>
          <p:nvPr/>
        </p:nvSpPr>
        <p:spPr>
          <a:xfrm>
            <a:off x="9938016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993801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54" name="Text 152"/>
          <p:cNvSpPr/>
          <p:nvPr/>
        </p:nvSpPr>
        <p:spPr>
          <a:xfrm>
            <a:off x="993801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10056011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0056011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57" name="Text 155"/>
          <p:cNvSpPr/>
          <p:nvPr/>
        </p:nvSpPr>
        <p:spPr>
          <a:xfrm>
            <a:off x="10056011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10174006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1017400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60" name="Text 158"/>
          <p:cNvSpPr/>
          <p:nvPr/>
        </p:nvSpPr>
        <p:spPr>
          <a:xfrm>
            <a:off x="1017400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10292001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0292001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63" name="Text 161"/>
          <p:cNvSpPr/>
          <p:nvPr/>
        </p:nvSpPr>
        <p:spPr>
          <a:xfrm>
            <a:off x="10292001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10409996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040999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66" name="Text 164"/>
          <p:cNvSpPr/>
          <p:nvPr/>
        </p:nvSpPr>
        <p:spPr>
          <a:xfrm>
            <a:off x="1040999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10409996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10527991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0527991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70" name="Text 168"/>
          <p:cNvSpPr/>
          <p:nvPr/>
        </p:nvSpPr>
        <p:spPr>
          <a:xfrm>
            <a:off x="10527991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171" name="Shape 169"/>
          <p:cNvSpPr/>
          <p:nvPr/>
        </p:nvSpPr>
        <p:spPr>
          <a:xfrm>
            <a:off x="1052799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0645986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064598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74" name="Text 172"/>
          <p:cNvSpPr/>
          <p:nvPr/>
        </p:nvSpPr>
        <p:spPr>
          <a:xfrm>
            <a:off x="1064598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175" name="Shape 173"/>
          <p:cNvSpPr/>
          <p:nvPr/>
        </p:nvSpPr>
        <p:spPr>
          <a:xfrm>
            <a:off x="10763981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763981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77" name="Text 175"/>
          <p:cNvSpPr/>
          <p:nvPr/>
        </p:nvSpPr>
        <p:spPr>
          <a:xfrm>
            <a:off x="10763981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178" name="Shape 176"/>
          <p:cNvSpPr/>
          <p:nvPr/>
        </p:nvSpPr>
        <p:spPr>
          <a:xfrm>
            <a:off x="10881976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88197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80" name="Text 178"/>
          <p:cNvSpPr/>
          <p:nvPr/>
        </p:nvSpPr>
        <p:spPr>
          <a:xfrm>
            <a:off x="1088197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181" name="Shape 179"/>
          <p:cNvSpPr/>
          <p:nvPr/>
        </p:nvSpPr>
        <p:spPr>
          <a:xfrm>
            <a:off x="10999971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0999971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83" name="Text 181"/>
          <p:cNvSpPr/>
          <p:nvPr/>
        </p:nvSpPr>
        <p:spPr>
          <a:xfrm>
            <a:off x="10999971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184" name="Shape 182"/>
          <p:cNvSpPr/>
          <p:nvPr/>
        </p:nvSpPr>
        <p:spPr>
          <a:xfrm>
            <a:off x="11117966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1111796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86" name="Text 184"/>
          <p:cNvSpPr/>
          <p:nvPr/>
        </p:nvSpPr>
        <p:spPr>
          <a:xfrm>
            <a:off x="1111796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11235961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11235961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89" name="Text 187"/>
          <p:cNvSpPr/>
          <p:nvPr/>
        </p:nvSpPr>
        <p:spPr>
          <a:xfrm>
            <a:off x="11235961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190" name="Shape 188"/>
          <p:cNvSpPr/>
          <p:nvPr/>
        </p:nvSpPr>
        <p:spPr>
          <a:xfrm>
            <a:off x="11235961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1353956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135395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93" name="Text 191"/>
          <p:cNvSpPr/>
          <p:nvPr/>
        </p:nvSpPr>
        <p:spPr>
          <a:xfrm>
            <a:off x="1135395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194" name="Shape 192"/>
          <p:cNvSpPr/>
          <p:nvPr/>
        </p:nvSpPr>
        <p:spPr>
          <a:xfrm>
            <a:off x="1135395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11471950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11471950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97" name="Text 195"/>
          <p:cNvSpPr/>
          <p:nvPr/>
        </p:nvSpPr>
        <p:spPr>
          <a:xfrm>
            <a:off x="11471950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198" name="Shape 196"/>
          <p:cNvSpPr/>
          <p:nvPr/>
        </p:nvSpPr>
        <p:spPr>
          <a:xfrm>
            <a:off x="11589945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1589945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200" name="Text 198"/>
          <p:cNvSpPr/>
          <p:nvPr/>
        </p:nvSpPr>
        <p:spPr>
          <a:xfrm>
            <a:off x="11589945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201" name="Shape 199"/>
          <p:cNvSpPr/>
          <p:nvPr/>
        </p:nvSpPr>
        <p:spPr>
          <a:xfrm>
            <a:off x="11707940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11707940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203" name="Text 201"/>
          <p:cNvSpPr/>
          <p:nvPr/>
        </p:nvSpPr>
        <p:spPr>
          <a:xfrm>
            <a:off x="11707940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204" name="Shape 202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207" name="Text 205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208" name="Text 206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09" name="Text 207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210" name="Text 208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Nov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6988143" y="2011680"/>
            <a:ext cx="4601802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6988143" y="2011680"/>
            <a:ext cx="46018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working days · 22 Oct → 29 Nov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365760" y="224028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457200" y="224028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Milestone</a:t>
            </a:r>
            <a:endParaRPr lang="en-US" sz="1000" dirty="0"/>
          </a:p>
        </p:txBody>
      </p:sp>
      <p:sp>
        <p:nvSpPr>
          <p:cNvPr id="215" name="Shape 213"/>
          <p:cNvSpPr/>
          <p:nvPr/>
        </p:nvSpPr>
        <p:spPr>
          <a:xfrm>
            <a:off x="6964845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6224181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550" dirty="0"/>
          </a:p>
        </p:txBody>
      </p:sp>
      <p:sp>
        <p:nvSpPr>
          <p:cNvPr id="217" name="Text 215"/>
          <p:cNvSpPr/>
          <p:nvPr/>
        </p:nvSpPr>
        <p:spPr>
          <a:xfrm>
            <a:off x="6224181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7436825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6696161" y="22402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550" dirty="0"/>
          </a:p>
        </p:txBody>
      </p:sp>
      <p:sp>
        <p:nvSpPr>
          <p:cNvPr id="220" name="Text 218"/>
          <p:cNvSpPr/>
          <p:nvPr/>
        </p:nvSpPr>
        <p:spPr>
          <a:xfrm>
            <a:off x="6696161" y="235000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50" dirty="0"/>
          </a:p>
        </p:txBody>
      </p:sp>
      <p:sp>
        <p:nvSpPr>
          <p:cNvPr id="221" name="Shape 219"/>
          <p:cNvSpPr/>
          <p:nvPr/>
        </p:nvSpPr>
        <p:spPr>
          <a:xfrm>
            <a:off x="9796723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056059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550" dirty="0"/>
          </a:p>
        </p:txBody>
      </p:sp>
      <p:sp>
        <p:nvSpPr>
          <p:cNvPr id="223" name="Text 221"/>
          <p:cNvSpPr/>
          <p:nvPr/>
        </p:nvSpPr>
        <p:spPr>
          <a:xfrm>
            <a:off x="9056059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Nov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10740682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10000018" y="22402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550" dirty="0"/>
          </a:p>
        </p:txBody>
      </p:sp>
      <p:sp>
        <p:nvSpPr>
          <p:cNvPr id="226" name="Text 224"/>
          <p:cNvSpPr/>
          <p:nvPr/>
        </p:nvSpPr>
        <p:spPr>
          <a:xfrm>
            <a:off x="10000018" y="235000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Nov</a:t>
            </a:r>
            <a:endParaRPr lang="en-US" sz="750" dirty="0"/>
          </a:p>
        </p:txBody>
      </p:sp>
      <p:sp>
        <p:nvSpPr>
          <p:cNvPr id="227" name="Shape 225"/>
          <p:cNvSpPr/>
          <p:nvPr/>
        </p:nvSpPr>
        <p:spPr>
          <a:xfrm>
            <a:off x="11448652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10707988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550" dirty="0"/>
          </a:p>
        </p:txBody>
      </p:sp>
      <p:sp>
        <p:nvSpPr>
          <p:cNvPr id="229" name="Text 227"/>
          <p:cNvSpPr/>
          <p:nvPr/>
        </p:nvSpPr>
        <p:spPr>
          <a:xfrm>
            <a:off x="10707988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Nov</a:t>
            </a:r>
            <a:endParaRPr lang="en-US" sz="750" dirty="0"/>
          </a:p>
        </p:txBody>
      </p:sp>
      <p:sp>
        <p:nvSpPr>
          <p:cNvPr id="230" name="Shape 228"/>
          <p:cNvSpPr/>
          <p:nvPr/>
        </p:nvSpPr>
        <p:spPr>
          <a:xfrm>
            <a:off x="365760" y="288036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438912" y="286931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365760" y="288036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22960" y="288036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750" dirty="0"/>
          </a:p>
        </p:txBody>
      </p:sp>
      <p:sp>
        <p:nvSpPr>
          <p:cNvPr id="234" name="Text 232"/>
          <p:cNvSpPr/>
          <p:nvPr/>
        </p:nvSpPr>
        <p:spPr>
          <a:xfrm>
            <a:off x="3447288" y="288036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35" name="Text 233"/>
          <p:cNvSpPr/>
          <p:nvPr/>
        </p:nvSpPr>
        <p:spPr>
          <a:xfrm>
            <a:off x="4224528" y="288036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6" name="Text 234"/>
          <p:cNvSpPr/>
          <p:nvPr/>
        </p:nvSpPr>
        <p:spPr>
          <a:xfrm>
            <a:off x="4727448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00" dirty="0"/>
          </a:p>
        </p:txBody>
      </p:sp>
      <p:sp>
        <p:nvSpPr>
          <p:cNvPr id="237" name="Text 235"/>
          <p:cNvSpPr/>
          <p:nvPr/>
        </p:nvSpPr>
        <p:spPr>
          <a:xfrm>
            <a:off x="5385816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38" name="Shape 236"/>
          <p:cNvSpPr/>
          <p:nvPr/>
        </p:nvSpPr>
        <p:spPr>
          <a:xfrm>
            <a:off x="6988143" y="2928747"/>
            <a:ext cx="589975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 flipV="1">
            <a:off x="6988143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 flipV="1">
            <a:off x="7514110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7623838" y="2880360"/>
            <a:ext cx="5486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50" dirty="0"/>
          </a:p>
        </p:txBody>
      </p:sp>
      <p:sp>
        <p:nvSpPr>
          <p:cNvPr id="242" name="Shape 240"/>
          <p:cNvSpPr/>
          <p:nvPr/>
        </p:nvSpPr>
        <p:spPr>
          <a:xfrm>
            <a:off x="365760" y="309600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420624" y="312610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393192" y="309600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A.1</a:t>
            </a:r>
            <a:endParaRPr lang="en-US" sz="650" dirty="0"/>
          </a:p>
        </p:txBody>
      </p:sp>
      <p:sp>
        <p:nvSpPr>
          <p:cNvPr id="245" name="Text 243"/>
          <p:cNvSpPr/>
          <p:nvPr/>
        </p:nvSpPr>
        <p:spPr>
          <a:xfrm>
            <a:off x="987552" y="3096006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Excavation / digging for H-Beam</a:t>
            </a:r>
            <a:endParaRPr lang="en-US" sz="700" dirty="0"/>
          </a:p>
        </p:txBody>
      </p:sp>
      <p:sp>
        <p:nvSpPr>
          <p:cNvPr id="246" name="Text 244"/>
          <p:cNvSpPr/>
          <p:nvPr/>
        </p:nvSpPr>
        <p:spPr>
          <a:xfrm>
            <a:off x="3447288" y="309600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47" name="Text 245"/>
          <p:cNvSpPr/>
          <p:nvPr/>
        </p:nvSpPr>
        <p:spPr>
          <a:xfrm>
            <a:off x="4224528" y="309600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48" name="Text 246"/>
          <p:cNvSpPr/>
          <p:nvPr/>
        </p:nvSpPr>
        <p:spPr>
          <a:xfrm>
            <a:off x="4727448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00" dirty="0"/>
          </a:p>
        </p:txBody>
      </p:sp>
      <p:sp>
        <p:nvSpPr>
          <p:cNvPr id="249" name="Text 247"/>
          <p:cNvSpPr/>
          <p:nvPr/>
        </p:nvSpPr>
        <p:spPr>
          <a:xfrm>
            <a:off x="5385816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250" name="Shape 248"/>
          <p:cNvSpPr/>
          <p:nvPr/>
        </p:nvSpPr>
        <p:spPr>
          <a:xfrm>
            <a:off x="6988143" y="3141292"/>
            <a:ext cx="353985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1" name="Text 249"/>
          <p:cNvSpPr/>
          <p:nvPr/>
        </p:nvSpPr>
        <p:spPr>
          <a:xfrm>
            <a:off x="6988143" y="3141292"/>
            <a:ext cx="353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52" name="Shape 250"/>
          <p:cNvSpPr/>
          <p:nvPr/>
        </p:nvSpPr>
        <p:spPr>
          <a:xfrm>
            <a:off x="365760" y="3311652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20624" y="334175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393192" y="331165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A.2</a:t>
            </a:r>
            <a:endParaRPr lang="en-US" sz="650" dirty="0"/>
          </a:p>
        </p:txBody>
      </p:sp>
      <p:sp>
        <p:nvSpPr>
          <p:cNvPr id="255" name="Text 253"/>
          <p:cNvSpPr/>
          <p:nvPr/>
        </p:nvSpPr>
        <p:spPr>
          <a:xfrm>
            <a:off x="987552" y="3311652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H-Beam</a:t>
            </a:r>
            <a:endParaRPr lang="en-US" sz="700" dirty="0"/>
          </a:p>
        </p:txBody>
      </p:sp>
      <p:sp>
        <p:nvSpPr>
          <p:cNvPr id="256" name="Text 254"/>
          <p:cNvSpPr/>
          <p:nvPr/>
        </p:nvSpPr>
        <p:spPr>
          <a:xfrm>
            <a:off x="3447288" y="331165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SS +1</a:t>
            </a:r>
            <a:endParaRPr lang="en-US" sz="700" dirty="0"/>
          </a:p>
        </p:txBody>
      </p:sp>
      <p:sp>
        <p:nvSpPr>
          <p:cNvPr id="257" name="Text 255"/>
          <p:cNvSpPr/>
          <p:nvPr/>
        </p:nvSpPr>
        <p:spPr>
          <a:xfrm>
            <a:off x="4224528" y="331165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58" name="Text 256"/>
          <p:cNvSpPr/>
          <p:nvPr/>
        </p:nvSpPr>
        <p:spPr>
          <a:xfrm>
            <a:off x="4727448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259" name="Text 257"/>
          <p:cNvSpPr/>
          <p:nvPr/>
        </p:nvSpPr>
        <p:spPr>
          <a:xfrm>
            <a:off x="5385816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260" name="Shape 258"/>
          <p:cNvSpPr/>
          <p:nvPr/>
        </p:nvSpPr>
        <p:spPr>
          <a:xfrm>
            <a:off x="7224133" y="3356938"/>
            <a:ext cx="235990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1" name="Shape 259"/>
          <p:cNvSpPr/>
          <p:nvPr/>
        </p:nvSpPr>
        <p:spPr>
          <a:xfrm>
            <a:off x="365760" y="3527298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420624" y="355739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3" name="Text 261"/>
          <p:cNvSpPr/>
          <p:nvPr/>
        </p:nvSpPr>
        <p:spPr>
          <a:xfrm>
            <a:off x="393192" y="352729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A.3</a:t>
            </a:r>
            <a:endParaRPr lang="en-US" sz="650" dirty="0"/>
          </a:p>
        </p:txBody>
      </p:sp>
      <p:sp>
        <p:nvSpPr>
          <p:cNvPr id="264" name="Text 262"/>
          <p:cNvSpPr/>
          <p:nvPr/>
        </p:nvSpPr>
        <p:spPr>
          <a:xfrm>
            <a:off x="987552" y="3527298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 for H-Beam</a:t>
            </a:r>
            <a:endParaRPr lang="en-US" sz="700" dirty="0"/>
          </a:p>
        </p:txBody>
      </p:sp>
      <p:sp>
        <p:nvSpPr>
          <p:cNvPr id="265" name="Text 263"/>
          <p:cNvSpPr/>
          <p:nvPr/>
        </p:nvSpPr>
        <p:spPr>
          <a:xfrm>
            <a:off x="3447288" y="352729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SS +1</a:t>
            </a:r>
            <a:endParaRPr lang="en-US" sz="700" dirty="0"/>
          </a:p>
        </p:txBody>
      </p:sp>
      <p:sp>
        <p:nvSpPr>
          <p:cNvPr id="266" name="Text 264"/>
          <p:cNvSpPr/>
          <p:nvPr/>
        </p:nvSpPr>
        <p:spPr>
          <a:xfrm>
            <a:off x="4224528" y="352729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67" name="Text 265"/>
          <p:cNvSpPr/>
          <p:nvPr/>
        </p:nvSpPr>
        <p:spPr>
          <a:xfrm>
            <a:off x="4727448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268" name="Text 266"/>
          <p:cNvSpPr/>
          <p:nvPr/>
        </p:nvSpPr>
        <p:spPr>
          <a:xfrm>
            <a:off x="5385816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69" name="Shape 267"/>
          <p:cNvSpPr/>
          <p:nvPr/>
        </p:nvSpPr>
        <p:spPr>
          <a:xfrm>
            <a:off x="7342128" y="3572584"/>
            <a:ext cx="235990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0" name="Shape 268"/>
          <p:cNvSpPr/>
          <p:nvPr/>
        </p:nvSpPr>
        <p:spPr>
          <a:xfrm>
            <a:off x="365760" y="3742944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420624" y="377304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2" name="Text 270"/>
          <p:cNvSpPr/>
          <p:nvPr/>
        </p:nvSpPr>
        <p:spPr>
          <a:xfrm>
            <a:off x="393192" y="374294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A.4</a:t>
            </a:r>
            <a:endParaRPr lang="en-US" sz="650" dirty="0"/>
          </a:p>
        </p:txBody>
      </p:sp>
      <p:sp>
        <p:nvSpPr>
          <p:cNvPr id="273" name="Text 271"/>
          <p:cNvSpPr/>
          <p:nvPr/>
        </p:nvSpPr>
        <p:spPr>
          <a:xfrm>
            <a:off x="987552" y="3742944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Bracing for shoring</a:t>
            </a:r>
            <a:endParaRPr lang="en-US" sz="700" dirty="0"/>
          </a:p>
        </p:txBody>
      </p:sp>
      <p:sp>
        <p:nvSpPr>
          <p:cNvPr id="274" name="Text 272"/>
          <p:cNvSpPr/>
          <p:nvPr/>
        </p:nvSpPr>
        <p:spPr>
          <a:xfrm>
            <a:off x="3447288" y="374294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SS +1</a:t>
            </a:r>
            <a:endParaRPr lang="en-US" sz="700" dirty="0"/>
          </a:p>
        </p:txBody>
      </p:sp>
      <p:sp>
        <p:nvSpPr>
          <p:cNvPr id="275" name="Text 273"/>
          <p:cNvSpPr/>
          <p:nvPr/>
        </p:nvSpPr>
        <p:spPr>
          <a:xfrm>
            <a:off x="4224528" y="374294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76" name="Text 274"/>
          <p:cNvSpPr/>
          <p:nvPr/>
        </p:nvSpPr>
        <p:spPr>
          <a:xfrm>
            <a:off x="4727448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77" name="Text 275"/>
          <p:cNvSpPr/>
          <p:nvPr/>
        </p:nvSpPr>
        <p:spPr>
          <a:xfrm>
            <a:off x="5385816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78" name="Shape 276"/>
          <p:cNvSpPr/>
          <p:nvPr/>
        </p:nvSpPr>
        <p:spPr>
          <a:xfrm>
            <a:off x="7460123" y="3788230"/>
            <a:ext cx="117995" cy="125075"/>
          </a:xfrm>
          <a:prstGeom prst="roundRect">
            <a:avLst>
              <a:gd name="adj" fmla="val 30998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9" name="Shape 277"/>
          <p:cNvSpPr/>
          <p:nvPr/>
        </p:nvSpPr>
        <p:spPr>
          <a:xfrm>
            <a:off x="365760" y="3958590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20624" y="398868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393192" y="395859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A.5</a:t>
            </a:r>
            <a:endParaRPr lang="en-US" sz="650" dirty="0"/>
          </a:p>
        </p:txBody>
      </p:sp>
      <p:sp>
        <p:nvSpPr>
          <p:cNvPr id="282" name="Text 280"/>
          <p:cNvSpPr/>
          <p:nvPr/>
        </p:nvSpPr>
        <p:spPr>
          <a:xfrm>
            <a:off x="987552" y="3958590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Corrugated sheets installation / insertion</a:t>
            </a:r>
            <a:endParaRPr lang="en-US" sz="700" dirty="0"/>
          </a:p>
        </p:txBody>
      </p:sp>
      <p:sp>
        <p:nvSpPr>
          <p:cNvPr id="283" name="Text 281"/>
          <p:cNvSpPr/>
          <p:nvPr/>
        </p:nvSpPr>
        <p:spPr>
          <a:xfrm>
            <a:off x="3447288" y="395859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SS +0</a:t>
            </a:r>
            <a:endParaRPr lang="en-US" sz="700" dirty="0"/>
          </a:p>
        </p:txBody>
      </p:sp>
      <p:sp>
        <p:nvSpPr>
          <p:cNvPr id="284" name="Text 282"/>
          <p:cNvSpPr/>
          <p:nvPr/>
        </p:nvSpPr>
        <p:spPr>
          <a:xfrm>
            <a:off x="4224528" y="395859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5" name="Text 283"/>
          <p:cNvSpPr/>
          <p:nvPr/>
        </p:nvSpPr>
        <p:spPr>
          <a:xfrm>
            <a:off x="4727448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86" name="Text 284"/>
          <p:cNvSpPr/>
          <p:nvPr/>
        </p:nvSpPr>
        <p:spPr>
          <a:xfrm>
            <a:off x="5385816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87" name="Shape 285"/>
          <p:cNvSpPr/>
          <p:nvPr/>
        </p:nvSpPr>
        <p:spPr>
          <a:xfrm>
            <a:off x="7460123" y="4003876"/>
            <a:ext cx="117995" cy="125075"/>
          </a:xfrm>
          <a:prstGeom prst="roundRect">
            <a:avLst>
              <a:gd name="adj" fmla="val 30998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8" name="Shape 286"/>
          <p:cNvSpPr/>
          <p:nvPr/>
        </p:nvSpPr>
        <p:spPr>
          <a:xfrm>
            <a:off x="365760" y="4174236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438912" y="416318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365760" y="417423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50" dirty="0"/>
          </a:p>
        </p:txBody>
      </p:sp>
      <p:sp>
        <p:nvSpPr>
          <p:cNvPr id="291" name="Text 289"/>
          <p:cNvSpPr/>
          <p:nvPr/>
        </p:nvSpPr>
        <p:spPr>
          <a:xfrm>
            <a:off x="822960" y="417423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concrete</a:t>
            </a:r>
            <a:endParaRPr lang="en-US" sz="750" dirty="0"/>
          </a:p>
        </p:txBody>
      </p:sp>
      <p:sp>
        <p:nvSpPr>
          <p:cNvPr id="292" name="Text 290"/>
          <p:cNvSpPr/>
          <p:nvPr/>
        </p:nvSpPr>
        <p:spPr>
          <a:xfrm>
            <a:off x="3447288" y="417423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SS +4</a:t>
            </a:r>
            <a:endParaRPr lang="en-US" sz="700" dirty="0"/>
          </a:p>
        </p:txBody>
      </p:sp>
      <p:sp>
        <p:nvSpPr>
          <p:cNvPr id="293" name="Text 291"/>
          <p:cNvSpPr/>
          <p:nvPr/>
        </p:nvSpPr>
        <p:spPr>
          <a:xfrm>
            <a:off x="4224528" y="417423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94" name="Text 292"/>
          <p:cNvSpPr/>
          <p:nvPr/>
        </p:nvSpPr>
        <p:spPr>
          <a:xfrm>
            <a:off x="4727448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95" name="Text 293"/>
          <p:cNvSpPr/>
          <p:nvPr/>
        </p:nvSpPr>
        <p:spPr>
          <a:xfrm>
            <a:off x="5385816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96" name="Shape 294"/>
          <p:cNvSpPr/>
          <p:nvPr/>
        </p:nvSpPr>
        <p:spPr>
          <a:xfrm>
            <a:off x="7578118" y="4219522"/>
            <a:ext cx="117995" cy="125075"/>
          </a:xfrm>
          <a:prstGeom prst="roundRect">
            <a:avLst>
              <a:gd name="adj" fmla="val 30998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7" name="Shape 295"/>
          <p:cNvSpPr/>
          <p:nvPr/>
        </p:nvSpPr>
        <p:spPr>
          <a:xfrm>
            <a:off x="365760" y="4389882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438912" y="437883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99" name="Text 297"/>
          <p:cNvSpPr/>
          <p:nvPr/>
        </p:nvSpPr>
        <p:spPr>
          <a:xfrm>
            <a:off x="365760" y="438988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50" dirty="0"/>
          </a:p>
        </p:txBody>
      </p:sp>
      <p:sp>
        <p:nvSpPr>
          <p:cNvPr id="300" name="Text 298"/>
          <p:cNvSpPr/>
          <p:nvPr/>
        </p:nvSpPr>
        <p:spPr>
          <a:xfrm>
            <a:off x="822960" y="4389882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trench – reinforcement, formwork &amp; concrete</a:t>
            </a:r>
            <a:endParaRPr lang="en-US" sz="750" dirty="0"/>
          </a:p>
        </p:txBody>
      </p:sp>
      <p:sp>
        <p:nvSpPr>
          <p:cNvPr id="301" name="Text 299"/>
          <p:cNvSpPr/>
          <p:nvPr/>
        </p:nvSpPr>
        <p:spPr>
          <a:xfrm>
            <a:off x="3447288" y="438988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700" dirty="0"/>
          </a:p>
        </p:txBody>
      </p:sp>
      <p:sp>
        <p:nvSpPr>
          <p:cNvPr id="302" name="Text 300"/>
          <p:cNvSpPr/>
          <p:nvPr/>
        </p:nvSpPr>
        <p:spPr>
          <a:xfrm>
            <a:off x="4224528" y="438988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03" name="Text 301"/>
          <p:cNvSpPr/>
          <p:nvPr/>
        </p:nvSpPr>
        <p:spPr>
          <a:xfrm>
            <a:off x="4727448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304" name="Text 302"/>
          <p:cNvSpPr/>
          <p:nvPr/>
        </p:nvSpPr>
        <p:spPr>
          <a:xfrm>
            <a:off x="5385816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Oct</a:t>
            </a:r>
            <a:endParaRPr lang="en-US" sz="700" dirty="0"/>
          </a:p>
        </p:txBody>
      </p:sp>
      <p:sp>
        <p:nvSpPr>
          <p:cNvPr id="305" name="Shape 303"/>
          <p:cNvSpPr/>
          <p:nvPr/>
        </p:nvSpPr>
        <p:spPr>
          <a:xfrm>
            <a:off x="7578118" y="4435168"/>
            <a:ext cx="353985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6" name="Text 304"/>
          <p:cNvSpPr/>
          <p:nvPr/>
        </p:nvSpPr>
        <p:spPr>
          <a:xfrm>
            <a:off x="7578118" y="4435168"/>
            <a:ext cx="353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307" name="Shape 305"/>
          <p:cNvSpPr/>
          <p:nvPr/>
        </p:nvSpPr>
        <p:spPr>
          <a:xfrm>
            <a:off x="365760" y="4605528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438912" y="459447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09" name="Text 307"/>
          <p:cNvSpPr/>
          <p:nvPr/>
        </p:nvSpPr>
        <p:spPr>
          <a:xfrm>
            <a:off x="365760" y="460552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50" dirty="0"/>
          </a:p>
        </p:txBody>
      </p:sp>
      <p:sp>
        <p:nvSpPr>
          <p:cNvPr id="310" name="Text 308"/>
          <p:cNvSpPr/>
          <p:nvPr/>
        </p:nvSpPr>
        <p:spPr>
          <a:xfrm>
            <a:off x="822960" y="4605528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slab / raft – reinforcement, formwork &amp; concrete</a:t>
            </a:r>
            <a:endParaRPr lang="en-US" sz="750" dirty="0"/>
          </a:p>
        </p:txBody>
      </p:sp>
      <p:sp>
        <p:nvSpPr>
          <p:cNvPr id="311" name="Text 309"/>
          <p:cNvSpPr/>
          <p:nvPr/>
        </p:nvSpPr>
        <p:spPr>
          <a:xfrm>
            <a:off x="3447288" y="460552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FS</a:t>
            </a:r>
            <a:endParaRPr lang="en-US" sz="700" dirty="0"/>
          </a:p>
        </p:txBody>
      </p:sp>
      <p:sp>
        <p:nvSpPr>
          <p:cNvPr id="312" name="Text 310"/>
          <p:cNvSpPr/>
          <p:nvPr/>
        </p:nvSpPr>
        <p:spPr>
          <a:xfrm>
            <a:off x="4224528" y="460552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13" name="Text 311"/>
          <p:cNvSpPr/>
          <p:nvPr/>
        </p:nvSpPr>
        <p:spPr>
          <a:xfrm>
            <a:off x="4727448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Oct</a:t>
            </a:r>
            <a:endParaRPr lang="en-US" sz="700" dirty="0"/>
          </a:p>
        </p:txBody>
      </p:sp>
      <p:sp>
        <p:nvSpPr>
          <p:cNvPr id="314" name="Text 312"/>
          <p:cNvSpPr/>
          <p:nvPr/>
        </p:nvSpPr>
        <p:spPr>
          <a:xfrm>
            <a:off x="5385816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Nov</a:t>
            </a:r>
            <a:endParaRPr lang="en-US" sz="700" dirty="0"/>
          </a:p>
        </p:txBody>
      </p:sp>
      <p:sp>
        <p:nvSpPr>
          <p:cNvPr id="315" name="Shape 313"/>
          <p:cNvSpPr/>
          <p:nvPr/>
        </p:nvSpPr>
        <p:spPr>
          <a:xfrm>
            <a:off x="8050098" y="4650814"/>
            <a:ext cx="1179949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16" name="Text 314"/>
          <p:cNvSpPr/>
          <p:nvPr/>
        </p:nvSpPr>
        <p:spPr>
          <a:xfrm>
            <a:off x="8050098" y="4650814"/>
            <a:ext cx="117994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</a:t>
            </a:r>
            <a:endParaRPr lang="en-US" sz="700" dirty="0"/>
          </a:p>
        </p:txBody>
      </p:sp>
      <p:sp>
        <p:nvSpPr>
          <p:cNvPr id="317" name="Shape 315"/>
          <p:cNvSpPr/>
          <p:nvPr/>
        </p:nvSpPr>
        <p:spPr>
          <a:xfrm>
            <a:off x="365760" y="4821174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438912" y="481012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319" name="Text 317"/>
          <p:cNvSpPr/>
          <p:nvPr/>
        </p:nvSpPr>
        <p:spPr>
          <a:xfrm>
            <a:off x="365760" y="482117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850" dirty="0"/>
          </a:p>
        </p:txBody>
      </p:sp>
      <p:sp>
        <p:nvSpPr>
          <p:cNvPr id="320" name="Text 318"/>
          <p:cNvSpPr/>
          <p:nvPr/>
        </p:nvSpPr>
        <p:spPr>
          <a:xfrm>
            <a:off x="822960" y="4821174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wall – reinforcement, formwork &amp; concrete</a:t>
            </a:r>
            <a:endParaRPr lang="en-US" sz="750" dirty="0"/>
          </a:p>
        </p:txBody>
      </p:sp>
      <p:sp>
        <p:nvSpPr>
          <p:cNvPr id="321" name="Text 319"/>
          <p:cNvSpPr/>
          <p:nvPr/>
        </p:nvSpPr>
        <p:spPr>
          <a:xfrm>
            <a:off x="3447288" y="482117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322" name="Text 320"/>
          <p:cNvSpPr/>
          <p:nvPr/>
        </p:nvSpPr>
        <p:spPr>
          <a:xfrm>
            <a:off x="4224528" y="482117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23" name="Text 321"/>
          <p:cNvSpPr/>
          <p:nvPr/>
        </p:nvSpPr>
        <p:spPr>
          <a:xfrm>
            <a:off x="4727448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Nov</a:t>
            </a:r>
            <a:endParaRPr lang="en-US" sz="700" dirty="0"/>
          </a:p>
        </p:txBody>
      </p:sp>
      <p:sp>
        <p:nvSpPr>
          <p:cNvPr id="324" name="Text 322"/>
          <p:cNvSpPr/>
          <p:nvPr/>
        </p:nvSpPr>
        <p:spPr>
          <a:xfrm>
            <a:off x="5385816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Nov</a:t>
            </a:r>
            <a:endParaRPr lang="en-US" sz="700" dirty="0"/>
          </a:p>
        </p:txBody>
      </p:sp>
      <p:sp>
        <p:nvSpPr>
          <p:cNvPr id="325" name="Shape 323"/>
          <p:cNvSpPr/>
          <p:nvPr/>
        </p:nvSpPr>
        <p:spPr>
          <a:xfrm>
            <a:off x="9230047" y="4866460"/>
            <a:ext cx="707970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26" name="Text 324"/>
          <p:cNvSpPr/>
          <p:nvPr/>
        </p:nvSpPr>
        <p:spPr>
          <a:xfrm>
            <a:off x="9230047" y="4866460"/>
            <a:ext cx="707970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327" name="Shape 325"/>
          <p:cNvSpPr/>
          <p:nvPr/>
        </p:nvSpPr>
        <p:spPr>
          <a:xfrm>
            <a:off x="365760" y="503682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438912" y="502577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29" name="Text 327"/>
          <p:cNvSpPr/>
          <p:nvPr/>
        </p:nvSpPr>
        <p:spPr>
          <a:xfrm>
            <a:off x="365760" y="503682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330" name="Text 328"/>
          <p:cNvSpPr/>
          <p:nvPr/>
        </p:nvSpPr>
        <p:spPr>
          <a:xfrm>
            <a:off x="822960" y="503682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750" dirty="0"/>
          </a:p>
        </p:txBody>
      </p:sp>
      <p:sp>
        <p:nvSpPr>
          <p:cNvPr id="331" name="Text 329"/>
          <p:cNvSpPr/>
          <p:nvPr/>
        </p:nvSpPr>
        <p:spPr>
          <a:xfrm>
            <a:off x="3447288" y="503682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332" name="Text 330"/>
          <p:cNvSpPr/>
          <p:nvPr/>
        </p:nvSpPr>
        <p:spPr>
          <a:xfrm>
            <a:off x="4224528" y="503682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33" name="Text 331"/>
          <p:cNvSpPr/>
          <p:nvPr/>
        </p:nvSpPr>
        <p:spPr>
          <a:xfrm>
            <a:off x="4727448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Nov</a:t>
            </a:r>
            <a:endParaRPr lang="en-US" sz="700" dirty="0"/>
          </a:p>
        </p:txBody>
      </p:sp>
      <p:sp>
        <p:nvSpPr>
          <p:cNvPr id="334" name="Text 332"/>
          <p:cNvSpPr/>
          <p:nvPr/>
        </p:nvSpPr>
        <p:spPr>
          <a:xfrm>
            <a:off x="5385816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Nov</a:t>
            </a:r>
            <a:endParaRPr lang="en-US" sz="700" dirty="0"/>
          </a:p>
        </p:txBody>
      </p:sp>
      <p:sp>
        <p:nvSpPr>
          <p:cNvPr id="335" name="Shape 333"/>
          <p:cNvSpPr/>
          <p:nvPr/>
        </p:nvSpPr>
        <p:spPr>
          <a:xfrm>
            <a:off x="9230047" y="5082106"/>
            <a:ext cx="1651929" cy="125075"/>
          </a:xfrm>
          <a:prstGeom prst="roundRect">
            <a:avLst>
              <a:gd name="adj" fmla="val 29243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36" name="Text 334"/>
          <p:cNvSpPr/>
          <p:nvPr/>
        </p:nvSpPr>
        <p:spPr>
          <a:xfrm>
            <a:off x="9230047" y="5082106"/>
            <a:ext cx="165192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</a:t>
            </a:r>
            <a:endParaRPr lang="en-US" sz="700" dirty="0"/>
          </a:p>
        </p:txBody>
      </p:sp>
      <p:sp>
        <p:nvSpPr>
          <p:cNvPr id="337" name="Shape 335"/>
          <p:cNvSpPr/>
          <p:nvPr/>
        </p:nvSpPr>
        <p:spPr>
          <a:xfrm>
            <a:off x="365760" y="525246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438912" y="524141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39" name="Text 337"/>
          <p:cNvSpPr/>
          <p:nvPr/>
        </p:nvSpPr>
        <p:spPr>
          <a:xfrm>
            <a:off x="365760" y="525246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340" name="Text 338"/>
          <p:cNvSpPr/>
          <p:nvPr/>
        </p:nvSpPr>
        <p:spPr>
          <a:xfrm>
            <a:off x="822960" y="525246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750" dirty="0"/>
          </a:p>
        </p:txBody>
      </p:sp>
      <p:sp>
        <p:nvSpPr>
          <p:cNvPr id="341" name="Text 339"/>
          <p:cNvSpPr/>
          <p:nvPr/>
        </p:nvSpPr>
        <p:spPr>
          <a:xfrm>
            <a:off x="3447288" y="525246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700" dirty="0"/>
          </a:p>
        </p:txBody>
      </p:sp>
      <p:sp>
        <p:nvSpPr>
          <p:cNvPr id="342" name="Text 340"/>
          <p:cNvSpPr/>
          <p:nvPr/>
        </p:nvSpPr>
        <p:spPr>
          <a:xfrm>
            <a:off x="4224528" y="525246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43" name="Text 341"/>
          <p:cNvSpPr/>
          <p:nvPr/>
        </p:nvSpPr>
        <p:spPr>
          <a:xfrm>
            <a:off x="4727448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Nov</a:t>
            </a:r>
            <a:endParaRPr lang="en-US" sz="700" dirty="0"/>
          </a:p>
        </p:txBody>
      </p:sp>
      <p:sp>
        <p:nvSpPr>
          <p:cNvPr id="344" name="Text 342"/>
          <p:cNvSpPr/>
          <p:nvPr/>
        </p:nvSpPr>
        <p:spPr>
          <a:xfrm>
            <a:off x="5385816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Nov</a:t>
            </a:r>
            <a:endParaRPr lang="en-US" sz="700" dirty="0"/>
          </a:p>
        </p:txBody>
      </p:sp>
      <p:sp>
        <p:nvSpPr>
          <p:cNvPr id="345" name="Shape 343"/>
          <p:cNvSpPr/>
          <p:nvPr/>
        </p:nvSpPr>
        <p:spPr>
          <a:xfrm>
            <a:off x="10881976" y="5297752"/>
            <a:ext cx="707970" cy="125075"/>
          </a:xfrm>
          <a:prstGeom prst="roundRect">
            <a:avLst>
              <a:gd name="adj" fmla="val 29243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46" name="Text 344"/>
          <p:cNvSpPr/>
          <p:nvPr/>
        </p:nvSpPr>
        <p:spPr>
          <a:xfrm>
            <a:off x="10881976" y="5297752"/>
            <a:ext cx="707970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347" name="Shape 345"/>
          <p:cNvSpPr/>
          <p:nvPr/>
        </p:nvSpPr>
        <p:spPr>
          <a:xfrm>
            <a:off x="7043007" y="3266366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7043007" y="3419475"/>
            <a:ext cx="171982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9" name="Shape 347"/>
          <p:cNvSpPr/>
          <p:nvPr/>
        </p:nvSpPr>
        <p:spPr>
          <a:xfrm>
            <a:off x="7278997" y="3482012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7278997" y="3635121"/>
            <a:ext cx="53987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1" name="Shape 349"/>
          <p:cNvSpPr/>
          <p:nvPr/>
        </p:nvSpPr>
        <p:spPr>
          <a:xfrm>
            <a:off x="7396992" y="3697658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7396992" y="3850767"/>
            <a:ext cx="53987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3" name="Shape 351"/>
          <p:cNvSpPr/>
          <p:nvPr/>
        </p:nvSpPr>
        <p:spPr>
          <a:xfrm>
            <a:off x="7514987" y="3913304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7450979" y="406641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7043007" y="3050720"/>
            <a:ext cx="0" cy="123133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7043007" y="4282059"/>
            <a:ext cx="525967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7" name="Shape 355"/>
          <p:cNvSpPr/>
          <p:nvPr/>
        </p:nvSpPr>
        <p:spPr>
          <a:xfrm>
            <a:off x="7532398" y="298818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7532398" y="2988183"/>
            <a:ext cx="0" cy="150952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7532398" y="449770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0" name="Shape 358"/>
          <p:cNvSpPr/>
          <p:nvPr/>
        </p:nvSpPr>
        <p:spPr>
          <a:xfrm>
            <a:off x="7932103" y="4497705"/>
            <a:ext cx="58997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7991100" y="4497705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7991100" y="4713351"/>
            <a:ext cx="49853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3" name="Shape 361"/>
          <p:cNvSpPr/>
          <p:nvPr/>
        </p:nvSpPr>
        <p:spPr>
          <a:xfrm>
            <a:off x="9184327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9184327" y="4713351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9184327" y="492899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6" name="Shape 364"/>
          <p:cNvSpPr/>
          <p:nvPr/>
        </p:nvSpPr>
        <p:spPr>
          <a:xfrm>
            <a:off x="9184327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9184327" y="4713351"/>
            <a:ext cx="0" cy="43129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9184327" y="514464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9" name="Shape 367"/>
          <p:cNvSpPr/>
          <p:nvPr/>
        </p:nvSpPr>
        <p:spPr>
          <a:xfrm>
            <a:off x="10836256" y="514464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10836256" y="5144643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10836256" y="536028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72" name="Shape 370"/>
          <p:cNvSpPr/>
          <p:nvPr/>
        </p:nvSpPr>
        <p:spPr>
          <a:xfrm>
            <a:off x="6929146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73" name="Shape 371"/>
          <p:cNvSpPr/>
          <p:nvPr/>
        </p:nvSpPr>
        <p:spPr>
          <a:xfrm>
            <a:off x="6060466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74" name="Text 372"/>
          <p:cNvSpPr/>
          <p:nvPr/>
        </p:nvSpPr>
        <p:spPr>
          <a:xfrm>
            <a:off x="6060466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375" name="Shape 373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7" name="Shape 375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379" name="Text 377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22 Oct 2026</a:t>
            </a:r>
            <a:endParaRPr lang="en-US" sz="1300" dirty="0"/>
          </a:p>
        </p:txBody>
      </p:sp>
      <p:sp>
        <p:nvSpPr>
          <p:cNvPr id="380" name="Text 378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33</a:t>
            </a:r>
            <a:endParaRPr lang="en-US" sz="750" dirty="0"/>
          </a:p>
        </p:txBody>
      </p:sp>
      <p:sp>
        <p:nvSpPr>
          <p:cNvPr id="381" name="Shape 379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2" name="Shape 380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83" name="Text 381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384" name="Text 382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26 Oct 2026</a:t>
            </a:r>
            <a:endParaRPr lang="en-US" sz="1300" dirty="0"/>
          </a:p>
        </p:txBody>
      </p:sp>
      <p:sp>
        <p:nvSpPr>
          <p:cNvPr id="385" name="Text 383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4 / 33</a:t>
            </a:r>
            <a:endParaRPr lang="en-US" sz="750" dirty="0"/>
          </a:p>
        </p:txBody>
      </p:sp>
      <p:sp>
        <p:nvSpPr>
          <p:cNvPr id="386" name="Shape 384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7" name="Shape 385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850" dirty="0"/>
          </a:p>
        </p:txBody>
      </p:sp>
      <p:sp>
        <p:nvSpPr>
          <p:cNvPr id="389" name="Text 387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15 Nov 2026</a:t>
            </a:r>
            <a:endParaRPr lang="en-US" sz="1300" dirty="0"/>
          </a:p>
        </p:txBody>
      </p:sp>
      <p:sp>
        <p:nvSpPr>
          <p:cNvPr id="390" name="Text 388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21 / 33</a:t>
            </a:r>
            <a:endParaRPr lang="en-US" sz="750" dirty="0"/>
          </a:p>
        </p:txBody>
      </p:sp>
      <p:sp>
        <p:nvSpPr>
          <p:cNvPr id="391" name="Shape 389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2" name="Shape 390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394" name="Text 392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23 Nov 2026</a:t>
            </a:r>
            <a:endParaRPr lang="en-US" sz="1300" dirty="0"/>
          </a:p>
        </p:txBody>
      </p:sp>
      <p:sp>
        <p:nvSpPr>
          <p:cNvPr id="395" name="Text 393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28 / 33</a:t>
            </a:r>
            <a:endParaRPr lang="en-US" sz="750" dirty="0"/>
          </a:p>
        </p:txBody>
      </p:sp>
      <p:sp>
        <p:nvSpPr>
          <p:cNvPr id="396" name="Shape 394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7" name="Shape 395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98" name="Text 396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399" name="Text 397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29 Nov 2026</a:t>
            </a:r>
            <a:endParaRPr lang="en-US" sz="1300" dirty="0"/>
          </a:p>
        </p:txBody>
      </p:sp>
      <p:sp>
        <p:nvSpPr>
          <p:cNvPr id="400" name="Text 398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33 / 33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2026-10-21T13:43:14Z</dcterms:created>
  <dcterms:modified xsi:type="dcterms:W3CDTF">2026-10-21T13:43:14Z</dcterms:modified>
</cp:coreProperties>
</file>