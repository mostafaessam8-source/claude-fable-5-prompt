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plan – Shoring, Concrete &amp; Backfilling Schedule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3469051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346905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513235" y="1325880"/>
            <a:ext cx="2312700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13235" y="1325880"/>
            <a:ext cx="23127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57817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5781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622359" y="1508760"/>
            <a:ext cx="134907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22359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971434" y="1508760"/>
            <a:ext cx="134907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71434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9320510" y="1508760"/>
            <a:ext cx="134907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0510" y="1508760"/>
            <a:ext cx="134907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0669585" y="1508760"/>
            <a:ext cx="1156350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69585" y="1508760"/>
            <a:ext cx="11563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04418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4418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604418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39" name="Shape 37"/>
          <p:cNvSpPr/>
          <p:nvPr/>
        </p:nvSpPr>
        <p:spPr>
          <a:xfrm>
            <a:off x="623690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3690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1" name="Text 39"/>
          <p:cNvSpPr/>
          <p:nvPr/>
        </p:nvSpPr>
        <p:spPr>
          <a:xfrm>
            <a:off x="623690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42963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2963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44" name="Text 42"/>
          <p:cNvSpPr/>
          <p:nvPr/>
        </p:nvSpPr>
        <p:spPr>
          <a:xfrm>
            <a:off x="642963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662235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2235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662235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6622359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81508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1508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1" name="Text 49"/>
          <p:cNvSpPr/>
          <p:nvPr/>
        </p:nvSpPr>
        <p:spPr>
          <a:xfrm>
            <a:off x="681508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700780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0780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700780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720053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0053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720053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739325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9325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739325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58598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8598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758598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777870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7870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77870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97143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7143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97143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971434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164159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164159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164159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8356884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356884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356884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77" name="Shape 75"/>
          <p:cNvSpPr/>
          <p:nvPr/>
        </p:nvSpPr>
        <p:spPr>
          <a:xfrm>
            <a:off x="85496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496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79" name="Text 77"/>
          <p:cNvSpPr/>
          <p:nvPr/>
        </p:nvSpPr>
        <p:spPr>
          <a:xfrm>
            <a:off x="85496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87423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423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87423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89350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9350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5" name="Text 83"/>
          <p:cNvSpPr/>
          <p:nvPr/>
        </p:nvSpPr>
        <p:spPr>
          <a:xfrm>
            <a:off x="89350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91277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1277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91277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93205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205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1" name="Text 89"/>
          <p:cNvSpPr/>
          <p:nvPr/>
        </p:nvSpPr>
        <p:spPr>
          <a:xfrm>
            <a:off x="93205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9320510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5132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5132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95132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97059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059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98" name="Text 96"/>
          <p:cNvSpPr/>
          <p:nvPr/>
        </p:nvSpPr>
        <p:spPr>
          <a:xfrm>
            <a:off x="97059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98986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98986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1" name="Text 99"/>
          <p:cNvSpPr/>
          <p:nvPr/>
        </p:nvSpPr>
        <p:spPr>
          <a:xfrm>
            <a:off x="98986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100914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00914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4" name="Text 102"/>
          <p:cNvSpPr/>
          <p:nvPr/>
        </p:nvSpPr>
        <p:spPr>
          <a:xfrm>
            <a:off x="100914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102841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02841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7" name="Text 105"/>
          <p:cNvSpPr/>
          <p:nvPr/>
        </p:nvSpPr>
        <p:spPr>
          <a:xfrm>
            <a:off x="102841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104768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4768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10" name="Text 108"/>
          <p:cNvSpPr/>
          <p:nvPr/>
        </p:nvSpPr>
        <p:spPr>
          <a:xfrm>
            <a:off x="104768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11" name="Shape 109"/>
          <p:cNvSpPr/>
          <p:nvPr/>
        </p:nvSpPr>
        <p:spPr>
          <a:xfrm>
            <a:off x="106695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06695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3" name="Text 111"/>
          <p:cNvSpPr/>
          <p:nvPr/>
        </p:nvSpPr>
        <p:spPr>
          <a:xfrm>
            <a:off x="106695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14" name="Shape 112"/>
          <p:cNvSpPr/>
          <p:nvPr/>
        </p:nvSpPr>
        <p:spPr>
          <a:xfrm>
            <a:off x="10669585" y="1965960"/>
            <a:ext cx="0" cy="2194560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8623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08623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7" name="Text 115"/>
          <p:cNvSpPr/>
          <p:nvPr/>
        </p:nvSpPr>
        <p:spPr>
          <a:xfrm>
            <a:off x="108623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1105503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105503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0" name="Text 118"/>
          <p:cNvSpPr/>
          <p:nvPr/>
        </p:nvSpPr>
        <p:spPr>
          <a:xfrm>
            <a:off x="1105503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1124776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124776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1124776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11440485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1440485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11440485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11633210" y="1664208"/>
            <a:ext cx="192725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1633210" y="1664208"/>
            <a:ext cx="192725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11633210" y="1801368"/>
            <a:ext cx="1927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133" name="Text 131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7585984" y="2011680"/>
            <a:ext cx="3854501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585984" y="2011680"/>
            <a:ext cx="385450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days · 22 Oct → 10 Nov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65760" y="224028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38912" y="2441448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65760" y="22402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42" name="Text 140"/>
          <p:cNvSpPr/>
          <p:nvPr/>
        </p:nvSpPr>
        <p:spPr>
          <a:xfrm>
            <a:off x="822960" y="22402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900" dirty="0"/>
          </a:p>
        </p:txBody>
      </p:sp>
      <p:sp>
        <p:nvSpPr>
          <p:cNvPr id="143" name="Text 141"/>
          <p:cNvSpPr/>
          <p:nvPr/>
        </p:nvSpPr>
        <p:spPr>
          <a:xfrm>
            <a:off x="3447288" y="22402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/>
          <p:nvPr/>
        </p:nvSpPr>
        <p:spPr>
          <a:xfrm>
            <a:off x="4224528" y="22402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45" name="Text 143"/>
          <p:cNvSpPr/>
          <p:nvPr/>
        </p:nvSpPr>
        <p:spPr>
          <a:xfrm>
            <a:off x="4727448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46" name="Text 144"/>
          <p:cNvSpPr/>
          <p:nvPr/>
        </p:nvSpPr>
        <p:spPr>
          <a:xfrm>
            <a:off x="5385816" y="22402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850" dirty="0"/>
          </a:p>
        </p:txBody>
      </p:sp>
      <p:sp>
        <p:nvSpPr>
          <p:cNvPr id="147" name="Shape 145"/>
          <p:cNvSpPr/>
          <p:nvPr/>
        </p:nvSpPr>
        <p:spPr>
          <a:xfrm>
            <a:off x="7585984" y="2404872"/>
            <a:ext cx="770900" cy="310896"/>
          </a:xfrm>
          <a:prstGeom prst="roundRect">
            <a:avLst>
              <a:gd name="adj" fmla="val 11765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7585984" y="2404872"/>
            <a:ext cx="770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365760" y="2880360"/>
            <a:ext cx="11460175" cy="640080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38912" y="3081528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365760" y="288036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152" name="Text 150"/>
          <p:cNvSpPr/>
          <p:nvPr/>
        </p:nvSpPr>
        <p:spPr>
          <a:xfrm>
            <a:off x="822960" y="288036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3447288" y="28803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850" dirty="0"/>
          </a:p>
        </p:txBody>
      </p:sp>
      <p:sp>
        <p:nvSpPr>
          <p:cNvPr id="154" name="Text 152"/>
          <p:cNvSpPr/>
          <p:nvPr/>
        </p:nvSpPr>
        <p:spPr>
          <a:xfrm>
            <a:off x="4224528" y="28803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155" name="Text 153"/>
          <p:cNvSpPr/>
          <p:nvPr/>
        </p:nvSpPr>
        <p:spPr>
          <a:xfrm>
            <a:off x="4727448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5385816" y="288036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Nov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8356884" y="3044952"/>
            <a:ext cx="2698151" cy="310896"/>
          </a:xfrm>
          <a:prstGeom prst="roundRect">
            <a:avLst>
              <a:gd name="adj" fmla="val 1176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58" name="Text 156"/>
          <p:cNvSpPr/>
          <p:nvPr/>
        </p:nvSpPr>
        <p:spPr>
          <a:xfrm>
            <a:off x="8356884" y="3044952"/>
            <a:ext cx="269815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</a:t>
            </a:r>
            <a:endParaRPr lang="en-US" sz="700" dirty="0"/>
          </a:p>
        </p:txBody>
      </p:sp>
      <p:sp>
        <p:nvSpPr>
          <p:cNvPr id="159" name="Shape 157"/>
          <p:cNvSpPr/>
          <p:nvPr/>
        </p:nvSpPr>
        <p:spPr>
          <a:xfrm>
            <a:off x="365760" y="3520440"/>
            <a:ext cx="11460175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38912" y="3721608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65760" y="352044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162" name="Text 160"/>
          <p:cNvSpPr/>
          <p:nvPr/>
        </p:nvSpPr>
        <p:spPr>
          <a:xfrm>
            <a:off x="822960" y="35204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3447288" y="352044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850" dirty="0"/>
          </a:p>
        </p:txBody>
      </p:sp>
      <p:sp>
        <p:nvSpPr>
          <p:cNvPr id="164" name="Text 162"/>
          <p:cNvSpPr/>
          <p:nvPr/>
        </p:nvSpPr>
        <p:spPr>
          <a:xfrm>
            <a:off x="4224528" y="35204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65" name="Text 163"/>
          <p:cNvSpPr/>
          <p:nvPr/>
        </p:nvSpPr>
        <p:spPr>
          <a:xfrm>
            <a:off x="4727448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Nov</a:t>
            </a:r>
            <a:endParaRPr lang="en-US" sz="850" dirty="0"/>
          </a:p>
        </p:txBody>
      </p:sp>
      <p:sp>
        <p:nvSpPr>
          <p:cNvPr id="166" name="Text 164"/>
          <p:cNvSpPr/>
          <p:nvPr/>
        </p:nvSpPr>
        <p:spPr>
          <a:xfrm>
            <a:off x="5385816" y="352044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850" dirty="0"/>
          </a:p>
        </p:txBody>
      </p:sp>
      <p:sp>
        <p:nvSpPr>
          <p:cNvPr id="167" name="Shape 165"/>
          <p:cNvSpPr/>
          <p:nvPr/>
        </p:nvSpPr>
        <p:spPr>
          <a:xfrm>
            <a:off x="11055035" y="3685032"/>
            <a:ext cx="385450" cy="310896"/>
          </a:xfrm>
          <a:prstGeom prst="roundRect">
            <a:avLst>
              <a:gd name="adj" fmla="val 1176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68" name="Text 166"/>
          <p:cNvSpPr/>
          <p:nvPr/>
        </p:nvSpPr>
        <p:spPr>
          <a:xfrm>
            <a:off x="11055035" y="3685032"/>
            <a:ext cx="385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8311164" y="256032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311164" y="256032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311164" y="320040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72" name="Shape 170"/>
          <p:cNvSpPr/>
          <p:nvPr/>
        </p:nvSpPr>
        <p:spPr>
          <a:xfrm>
            <a:off x="11009315" y="3200400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1009315" y="3200400"/>
            <a:ext cx="0" cy="6400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11009315" y="3840480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7489622" y="1947672"/>
            <a:ext cx="0" cy="2212848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6620942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6620942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178" name="Shape 176"/>
          <p:cNvSpPr/>
          <p:nvPr/>
        </p:nvSpPr>
        <p:spPr>
          <a:xfrm>
            <a:off x="365760" y="1325880"/>
            <a:ext cx="11460175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65760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0" name="Shape 178"/>
          <p:cNvSpPr/>
          <p:nvPr/>
        </p:nvSpPr>
        <p:spPr>
          <a:xfrm>
            <a:off x="420624" y="5486400"/>
            <a:ext cx="2673020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475488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182" name="Text 180"/>
          <p:cNvSpPr/>
          <p:nvPr/>
        </p:nvSpPr>
        <p:spPr>
          <a:xfrm>
            <a:off x="475488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183" name="Text 181"/>
          <p:cNvSpPr/>
          <p:nvPr/>
        </p:nvSpPr>
        <p:spPr>
          <a:xfrm>
            <a:off x="475488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20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258236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85" name="Shape 183"/>
          <p:cNvSpPr/>
          <p:nvPr/>
        </p:nvSpPr>
        <p:spPr>
          <a:xfrm>
            <a:off x="3313100" y="5486400"/>
            <a:ext cx="2673020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3367964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187" name="Text 185"/>
          <p:cNvSpPr/>
          <p:nvPr/>
        </p:nvSpPr>
        <p:spPr>
          <a:xfrm>
            <a:off x="3367964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25 Oct 2026</a:t>
            </a:r>
            <a:endParaRPr lang="en-US" sz="1300" dirty="0"/>
          </a:p>
        </p:txBody>
      </p:sp>
      <p:sp>
        <p:nvSpPr>
          <p:cNvPr id="188" name="Text 186"/>
          <p:cNvSpPr/>
          <p:nvPr/>
        </p:nvSpPr>
        <p:spPr>
          <a:xfrm>
            <a:off x="3367964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20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6150712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90" name="Shape 188"/>
          <p:cNvSpPr/>
          <p:nvPr/>
        </p:nvSpPr>
        <p:spPr>
          <a:xfrm>
            <a:off x="6205576" y="5486400"/>
            <a:ext cx="2673020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6260440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192" name="Text 190"/>
          <p:cNvSpPr/>
          <p:nvPr/>
        </p:nvSpPr>
        <p:spPr>
          <a:xfrm>
            <a:off x="6260440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8 Nov 2026</a:t>
            </a:r>
            <a:endParaRPr lang="en-US" sz="1300" dirty="0"/>
          </a:p>
        </p:txBody>
      </p:sp>
      <p:sp>
        <p:nvSpPr>
          <p:cNvPr id="193" name="Text 191"/>
          <p:cNvSpPr/>
          <p:nvPr/>
        </p:nvSpPr>
        <p:spPr>
          <a:xfrm>
            <a:off x="6260440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18 / 20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9043187" y="5486400"/>
            <a:ext cx="2782748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195" name="Shape 193"/>
          <p:cNvSpPr/>
          <p:nvPr/>
        </p:nvSpPr>
        <p:spPr>
          <a:xfrm>
            <a:off x="9098051" y="5486400"/>
            <a:ext cx="2673020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9152915" y="5577840"/>
            <a:ext cx="25632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197" name="Text 195"/>
          <p:cNvSpPr/>
          <p:nvPr/>
        </p:nvSpPr>
        <p:spPr>
          <a:xfrm>
            <a:off x="9152915" y="5779008"/>
            <a:ext cx="25632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10 Nov 2026</a:t>
            </a:r>
            <a:endParaRPr lang="en-US" sz="1300" dirty="0"/>
          </a:p>
        </p:txBody>
      </p:sp>
      <p:sp>
        <p:nvSpPr>
          <p:cNvPr id="198" name="Text 196"/>
          <p:cNvSpPr/>
          <p:nvPr/>
        </p:nvSpPr>
        <p:spPr>
          <a:xfrm>
            <a:off x="9152915" y="6071616"/>
            <a:ext cx="25632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20 / 20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2026-10-21T14:27:16Z</dcterms:created>
  <dcterms:modified xsi:type="dcterms:W3CDTF">2026-10-21T14:27:16Z</dcterms:modified>
</cp:coreProperties>
</file>