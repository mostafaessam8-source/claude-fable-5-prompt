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60441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441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60441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621423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42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62142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38428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42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3842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38428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543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543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65543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655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243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243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7243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8944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4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68944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70644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44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70644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2345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345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72345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740459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045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4045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464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746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5746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57464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446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446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77446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774469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147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147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79147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80848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848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80848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82548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548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82548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84249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249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84249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859495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5949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9" name="Text 87"/>
          <p:cNvSpPr/>
          <p:nvPr/>
        </p:nvSpPr>
        <p:spPr>
          <a:xfrm>
            <a:off x="85949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876500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7650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87650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876500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350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350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9350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893506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0511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10511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0" name="Text 98"/>
          <p:cNvSpPr/>
          <p:nvPr/>
        </p:nvSpPr>
        <p:spPr>
          <a:xfrm>
            <a:off x="910511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92751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751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92751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44521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44521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944521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96152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6152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96152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78531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78531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2" name="Text 110"/>
          <p:cNvSpPr/>
          <p:nvPr/>
        </p:nvSpPr>
        <p:spPr>
          <a:xfrm>
            <a:off x="978531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95536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9553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99553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95536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12542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12542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1012542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1012542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2954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02954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102954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1046552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46552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1046552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1063557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06355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106355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1080562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80562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1080562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109756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9756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109756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1114572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14572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1114572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1114572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3157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3157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113157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131578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148583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48583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1148583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116558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16558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116558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7404596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404596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days · 22 Oct → 14 Nov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74320"/>
          </a:xfrm>
          <a:prstGeom prst="rect">
            <a:avLst/>
          </a:prstGeom>
          <a:solidFill>
            <a:srgbClr val="FAF8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38912" y="2258568"/>
            <a:ext cx="237744" cy="237744"/>
          </a:xfrm>
          <a:prstGeom prst="ellipse">
            <a:avLst/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65760" y="2240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900" dirty="0"/>
          </a:p>
        </p:txBody>
      </p:sp>
      <p:sp>
        <p:nvSpPr>
          <p:cNvPr id="162" name="Text 160"/>
          <p:cNvSpPr/>
          <p:nvPr/>
        </p:nvSpPr>
        <p:spPr>
          <a:xfrm>
            <a:off x="82296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4A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works to backfilling – total time required</a:t>
            </a:r>
            <a:endParaRPr lang="en-US" sz="850" dirty="0"/>
          </a:p>
        </p:txBody>
      </p:sp>
      <p:sp>
        <p:nvSpPr>
          <p:cNvPr id="163" name="Text 161"/>
          <p:cNvSpPr/>
          <p:nvPr/>
        </p:nvSpPr>
        <p:spPr>
          <a:xfrm>
            <a:off x="4224528" y="2240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64" name="Text 162"/>
          <p:cNvSpPr/>
          <p:nvPr/>
        </p:nvSpPr>
        <p:spPr>
          <a:xfrm>
            <a:off x="4727448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5385816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66" name="Shape 164"/>
          <p:cNvSpPr/>
          <p:nvPr/>
        </p:nvSpPr>
        <p:spPr>
          <a:xfrm>
            <a:off x="8254854" y="2286000"/>
            <a:ext cx="3230979" cy="182880"/>
          </a:xfrm>
          <a:prstGeom prst="roundRect">
            <a:avLst>
              <a:gd name="adj" fmla="val 20000"/>
            </a:avLst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254854" y="2286000"/>
            <a:ext cx="32309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working days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365760" y="251460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57200" y="251460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Milestone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407326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666662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550" dirty="0"/>
          </a:p>
        </p:txBody>
      </p:sp>
      <p:sp>
        <p:nvSpPr>
          <p:cNvPr id="172" name="Text 170"/>
          <p:cNvSpPr/>
          <p:nvPr/>
        </p:nvSpPr>
        <p:spPr>
          <a:xfrm>
            <a:off x="6666662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8087532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346868" y="251460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550" dirty="0"/>
          </a:p>
        </p:txBody>
      </p:sp>
      <p:sp>
        <p:nvSpPr>
          <p:cNvPr id="175" name="Text 173"/>
          <p:cNvSpPr/>
          <p:nvPr/>
        </p:nvSpPr>
        <p:spPr>
          <a:xfrm>
            <a:off x="7346868" y="262432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>
            <a:off x="10128150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387486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550" dirty="0"/>
          </a:p>
        </p:txBody>
      </p:sp>
      <p:sp>
        <p:nvSpPr>
          <p:cNvPr id="178" name="Text 176"/>
          <p:cNvSpPr/>
          <p:nvPr/>
        </p:nvSpPr>
        <p:spPr>
          <a:xfrm>
            <a:off x="9387486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Nov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10638304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897640" y="251460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550" dirty="0"/>
          </a:p>
        </p:txBody>
      </p:sp>
      <p:sp>
        <p:nvSpPr>
          <p:cNvPr id="181" name="Text 179"/>
          <p:cNvSpPr/>
          <p:nvPr/>
        </p:nvSpPr>
        <p:spPr>
          <a:xfrm>
            <a:off x="9897640" y="262432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50" dirty="0"/>
          </a:p>
        </p:txBody>
      </p:sp>
      <p:sp>
        <p:nvSpPr>
          <p:cNvPr id="182" name="Shape 180"/>
          <p:cNvSpPr/>
          <p:nvPr/>
        </p:nvSpPr>
        <p:spPr>
          <a:xfrm>
            <a:off x="11318510" y="275234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10577846" y="292608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550" dirty="0"/>
          </a:p>
        </p:txBody>
      </p:sp>
      <p:sp>
        <p:nvSpPr>
          <p:cNvPr id="184" name="Text 182"/>
          <p:cNvSpPr/>
          <p:nvPr/>
        </p:nvSpPr>
        <p:spPr>
          <a:xfrm>
            <a:off x="10577846" y="301752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50" dirty="0"/>
          </a:p>
        </p:txBody>
      </p:sp>
      <p:sp>
        <p:nvSpPr>
          <p:cNvPr id="185" name="Shape 183"/>
          <p:cNvSpPr/>
          <p:nvPr/>
        </p:nvSpPr>
        <p:spPr>
          <a:xfrm>
            <a:off x="365760" y="3154680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438912" y="313220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365760" y="315468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88" name="Text 186"/>
          <p:cNvSpPr/>
          <p:nvPr/>
        </p:nvSpPr>
        <p:spPr>
          <a:xfrm>
            <a:off x="822960" y="3154680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189" name="Text 187"/>
          <p:cNvSpPr/>
          <p:nvPr/>
        </p:nvSpPr>
        <p:spPr>
          <a:xfrm>
            <a:off x="3447288" y="315468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90" name="Text 188"/>
          <p:cNvSpPr/>
          <p:nvPr/>
        </p:nvSpPr>
        <p:spPr>
          <a:xfrm>
            <a:off x="4224528" y="315468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91" name="Text 189"/>
          <p:cNvSpPr/>
          <p:nvPr/>
        </p:nvSpPr>
        <p:spPr>
          <a:xfrm>
            <a:off x="4727448" y="315468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192" name="Text 190"/>
          <p:cNvSpPr/>
          <p:nvPr/>
        </p:nvSpPr>
        <p:spPr>
          <a:xfrm>
            <a:off x="5385816" y="315468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193" name="Shape 191"/>
          <p:cNvSpPr/>
          <p:nvPr/>
        </p:nvSpPr>
        <p:spPr>
          <a:xfrm>
            <a:off x="7404596" y="319163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404596" y="32556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8190846" y="32556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300574" y="3154680"/>
            <a:ext cx="5486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365760" y="3347466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20624" y="336613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93192" y="334746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200" name="Text 198"/>
          <p:cNvSpPr/>
          <p:nvPr/>
        </p:nvSpPr>
        <p:spPr>
          <a:xfrm>
            <a:off x="987552" y="3347466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3447288" y="334746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4224528" y="334746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3" name="Text 201"/>
          <p:cNvSpPr/>
          <p:nvPr/>
        </p:nvSpPr>
        <p:spPr>
          <a:xfrm>
            <a:off x="4727448" y="334746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204" name="Text 202"/>
          <p:cNvSpPr/>
          <p:nvPr/>
        </p:nvSpPr>
        <p:spPr>
          <a:xfrm>
            <a:off x="5385816" y="334746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205" name="Shape 203"/>
          <p:cNvSpPr/>
          <p:nvPr/>
        </p:nvSpPr>
        <p:spPr>
          <a:xfrm>
            <a:off x="7404596" y="3387951"/>
            <a:ext cx="510155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7404596" y="3387951"/>
            <a:ext cx="510155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07" name="Shape 205"/>
          <p:cNvSpPr/>
          <p:nvPr/>
        </p:nvSpPr>
        <p:spPr>
          <a:xfrm>
            <a:off x="365760" y="3540252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420624" y="355892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393192" y="3540252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10" name="Text 208"/>
          <p:cNvSpPr/>
          <p:nvPr/>
        </p:nvSpPr>
        <p:spPr>
          <a:xfrm>
            <a:off x="987552" y="3540252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3447288" y="3540252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4224528" y="3540252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13" name="Text 211"/>
          <p:cNvSpPr/>
          <p:nvPr/>
        </p:nvSpPr>
        <p:spPr>
          <a:xfrm>
            <a:off x="4727448" y="354025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214" name="Text 212"/>
          <p:cNvSpPr/>
          <p:nvPr/>
        </p:nvSpPr>
        <p:spPr>
          <a:xfrm>
            <a:off x="5385816" y="354025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15" name="Shape 213"/>
          <p:cNvSpPr/>
          <p:nvPr/>
        </p:nvSpPr>
        <p:spPr>
          <a:xfrm>
            <a:off x="7744699" y="3580737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6" name="Text 214"/>
          <p:cNvSpPr/>
          <p:nvPr/>
        </p:nvSpPr>
        <p:spPr>
          <a:xfrm>
            <a:off x="7744699" y="3580737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65760" y="3733038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20624" y="375170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393192" y="3733038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20" name="Text 218"/>
          <p:cNvSpPr/>
          <p:nvPr/>
        </p:nvSpPr>
        <p:spPr>
          <a:xfrm>
            <a:off x="987552" y="3733038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21" name="Text 219"/>
          <p:cNvSpPr/>
          <p:nvPr/>
        </p:nvSpPr>
        <p:spPr>
          <a:xfrm>
            <a:off x="3447288" y="3733038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22" name="Text 220"/>
          <p:cNvSpPr/>
          <p:nvPr/>
        </p:nvSpPr>
        <p:spPr>
          <a:xfrm>
            <a:off x="4224528" y="3733038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23" name="Text 221"/>
          <p:cNvSpPr/>
          <p:nvPr/>
        </p:nvSpPr>
        <p:spPr>
          <a:xfrm>
            <a:off x="4727448" y="373303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24" name="Text 222"/>
          <p:cNvSpPr/>
          <p:nvPr/>
        </p:nvSpPr>
        <p:spPr>
          <a:xfrm>
            <a:off x="5385816" y="373303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25" name="Shape 223"/>
          <p:cNvSpPr/>
          <p:nvPr/>
        </p:nvSpPr>
        <p:spPr>
          <a:xfrm>
            <a:off x="7914751" y="3773523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6" name="Text 224"/>
          <p:cNvSpPr/>
          <p:nvPr/>
        </p:nvSpPr>
        <p:spPr>
          <a:xfrm>
            <a:off x="7914751" y="3773523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365760" y="3925824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420624" y="39444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393192" y="3925824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30" name="Text 228"/>
          <p:cNvSpPr/>
          <p:nvPr/>
        </p:nvSpPr>
        <p:spPr>
          <a:xfrm>
            <a:off x="987552" y="3925824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31" name="Text 229"/>
          <p:cNvSpPr/>
          <p:nvPr/>
        </p:nvSpPr>
        <p:spPr>
          <a:xfrm>
            <a:off x="3447288" y="3925824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32" name="Text 230"/>
          <p:cNvSpPr/>
          <p:nvPr/>
        </p:nvSpPr>
        <p:spPr>
          <a:xfrm>
            <a:off x="4224528" y="3925824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33" name="Text 231"/>
          <p:cNvSpPr/>
          <p:nvPr/>
        </p:nvSpPr>
        <p:spPr>
          <a:xfrm>
            <a:off x="4727448" y="392582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34" name="Text 232"/>
          <p:cNvSpPr/>
          <p:nvPr/>
        </p:nvSpPr>
        <p:spPr>
          <a:xfrm>
            <a:off x="5385816" y="392582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35" name="Shape 233"/>
          <p:cNvSpPr/>
          <p:nvPr/>
        </p:nvSpPr>
        <p:spPr>
          <a:xfrm>
            <a:off x="8084802" y="3966309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6" name="Shape 234"/>
          <p:cNvSpPr/>
          <p:nvPr/>
        </p:nvSpPr>
        <p:spPr>
          <a:xfrm>
            <a:off x="365760" y="4118610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420624" y="413727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393192" y="411861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39" name="Text 237"/>
          <p:cNvSpPr/>
          <p:nvPr/>
        </p:nvSpPr>
        <p:spPr>
          <a:xfrm>
            <a:off x="987552" y="4118610"/>
            <a:ext cx="24414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40" name="Text 238"/>
          <p:cNvSpPr/>
          <p:nvPr/>
        </p:nvSpPr>
        <p:spPr>
          <a:xfrm>
            <a:off x="3447288" y="411861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+0</a:t>
            </a:r>
            <a:endParaRPr lang="en-US" sz="700" dirty="0"/>
          </a:p>
        </p:txBody>
      </p:sp>
      <p:sp>
        <p:nvSpPr>
          <p:cNvPr id="241" name="Text 239"/>
          <p:cNvSpPr/>
          <p:nvPr/>
        </p:nvSpPr>
        <p:spPr>
          <a:xfrm>
            <a:off x="4224528" y="411861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2" name="Text 240"/>
          <p:cNvSpPr/>
          <p:nvPr/>
        </p:nvSpPr>
        <p:spPr>
          <a:xfrm>
            <a:off x="4727448" y="411861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43" name="Text 241"/>
          <p:cNvSpPr/>
          <p:nvPr/>
        </p:nvSpPr>
        <p:spPr>
          <a:xfrm>
            <a:off x="5385816" y="411861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44" name="Shape 242"/>
          <p:cNvSpPr/>
          <p:nvPr/>
        </p:nvSpPr>
        <p:spPr>
          <a:xfrm>
            <a:off x="8084802" y="4159095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5" name="Shape 243"/>
          <p:cNvSpPr/>
          <p:nvPr/>
        </p:nvSpPr>
        <p:spPr>
          <a:xfrm>
            <a:off x="365760" y="4311396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438912" y="428891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365760" y="431139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822960" y="4311396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49" name="Text 247"/>
          <p:cNvSpPr/>
          <p:nvPr/>
        </p:nvSpPr>
        <p:spPr>
          <a:xfrm>
            <a:off x="3447288" y="431139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+4</a:t>
            </a:r>
            <a:endParaRPr lang="en-US" sz="700" dirty="0"/>
          </a:p>
        </p:txBody>
      </p:sp>
      <p:sp>
        <p:nvSpPr>
          <p:cNvPr id="250" name="Text 248"/>
          <p:cNvSpPr/>
          <p:nvPr/>
        </p:nvSpPr>
        <p:spPr>
          <a:xfrm>
            <a:off x="4224528" y="431139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51" name="Text 249"/>
          <p:cNvSpPr/>
          <p:nvPr/>
        </p:nvSpPr>
        <p:spPr>
          <a:xfrm>
            <a:off x="4727448" y="431139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52" name="Text 250"/>
          <p:cNvSpPr/>
          <p:nvPr/>
        </p:nvSpPr>
        <p:spPr>
          <a:xfrm>
            <a:off x="5385816" y="431139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53" name="Shape 251"/>
          <p:cNvSpPr/>
          <p:nvPr/>
        </p:nvSpPr>
        <p:spPr>
          <a:xfrm>
            <a:off x="8254854" y="4351881"/>
            <a:ext cx="170052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4" name="Shape 252"/>
          <p:cNvSpPr/>
          <p:nvPr/>
        </p:nvSpPr>
        <p:spPr>
          <a:xfrm>
            <a:off x="365760" y="4504182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38912" y="448170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365760" y="4504182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257" name="Text 255"/>
          <p:cNvSpPr/>
          <p:nvPr/>
        </p:nvSpPr>
        <p:spPr>
          <a:xfrm>
            <a:off x="822960" y="4504182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258" name="Text 256"/>
          <p:cNvSpPr/>
          <p:nvPr/>
        </p:nvSpPr>
        <p:spPr>
          <a:xfrm>
            <a:off x="3447288" y="4504182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259" name="Text 257"/>
          <p:cNvSpPr/>
          <p:nvPr/>
        </p:nvSpPr>
        <p:spPr>
          <a:xfrm>
            <a:off x="4224528" y="4504182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60" name="Text 258"/>
          <p:cNvSpPr/>
          <p:nvPr/>
        </p:nvSpPr>
        <p:spPr>
          <a:xfrm>
            <a:off x="4727448" y="450418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61" name="Text 259"/>
          <p:cNvSpPr/>
          <p:nvPr/>
        </p:nvSpPr>
        <p:spPr>
          <a:xfrm>
            <a:off x="5385816" y="4504182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Oct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8254854" y="4544667"/>
            <a:ext cx="340103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8254854" y="4544667"/>
            <a:ext cx="340103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4696968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38912" y="467448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365760" y="4696968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267" name="Text 265"/>
          <p:cNvSpPr/>
          <p:nvPr/>
        </p:nvSpPr>
        <p:spPr>
          <a:xfrm>
            <a:off x="822960" y="4696968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268" name="Text 266"/>
          <p:cNvSpPr/>
          <p:nvPr/>
        </p:nvSpPr>
        <p:spPr>
          <a:xfrm>
            <a:off x="3447288" y="4696968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269" name="Text 267"/>
          <p:cNvSpPr/>
          <p:nvPr/>
        </p:nvSpPr>
        <p:spPr>
          <a:xfrm>
            <a:off x="4224528" y="4696968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4727448" y="469696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Oct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5385816" y="4696968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Nov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8594957" y="4737453"/>
            <a:ext cx="1020309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8594957" y="4737453"/>
            <a:ext cx="1020309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4889754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38912" y="48672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65760" y="4889754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277" name="Text 275"/>
          <p:cNvSpPr/>
          <p:nvPr/>
        </p:nvSpPr>
        <p:spPr>
          <a:xfrm>
            <a:off x="822960" y="4889754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278" name="Text 276"/>
          <p:cNvSpPr/>
          <p:nvPr/>
        </p:nvSpPr>
        <p:spPr>
          <a:xfrm>
            <a:off x="3447288" y="4889754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79" name="Text 277"/>
          <p:cNvSpPr/>
          <p:nvPr/>
        </p:nvSpPr>
        <p:spPr>
          <a:xfrm>
            <a:off x="4224528" y="4889754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80" name="Text 278"/>
          <p:cNvSpPr/>
          <p:nvPr/>
        </p:nvSpPr>
        <p:spPr>
          <a:xfrm>
            <a:off x="4727448" y="488975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81" name="Text 279"/>
          <p:cNvSpPr/>
          <p:nvPr/>
        </p:nvSpPr>
        <p:spPr>
          <a:xfrm>
            <a:off x="5385816" y="4889754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Nov</a:t>
            </a:r>
            <a:endParaRPr lang="en-US" sz="700" dirty="0"/>
          </a:p>
        </p:txBody>
      </p:sp>
      <p:sp>
        <p:nvSpPr>
          <p:cNvPr id="282" name="Shape 280"/>
          <p:cNvSpPr/>
          <p:nvPr/>
        </p:nvSpPr>
        <p:spPr>
          <a:xfrm>
            <a:off x="9615266" y="4930239"/>
            <a:ext cx="680206" cy="111816"/>
          </a:xfrm>
          <a:prstGeom prst="roundRect">
            <a:avLst>
              <a:gd name="adj" fmla="val 32711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Text 281"/>
          <p:cNvSpPr/>
          <p:nvPr/>
        </p:nvSpPr>
        <p:spPr>
          <a:xfrm>
            <a:off x="9615266" y="4930239"/>
            <a:ext cx="680206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84" name="Shape 282"/>
          <p:cNvSpPr/>
          <p:nvPr/>
        </p:nvSpPr>
        <p:spPr>
          <a:xfrm>
            <a:off x="365760" y="5082540"/>
            <a:ext cx="11460175" cy="1927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438912" y="506006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365760" y="5082540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287" name="Text 285"/>
          <p:cNvSpPr/>
          <p:nvPr/>
        </p:nvSpPr>
        <p:spPr>
          <a:xfrm>
            <a:off x="822960" y="5082540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288" name="Text 286"/>
          <p:cNvSpPr/>
          <p:nvPr/>
        </p:nvSpPr>
        <p:spPr>
          <a:xfrm>
            <a:off x="3447288" y="5082540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89" name="Text 287"/>
          <p:cNvSpPr/>
          <p:nvPr/>
        </p:nvSpPr>
        <p:spPr>
          <a:xfrm>
            <a:off x="4224528" y="5082540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90" name="Text 288"/>
          <p:cNvSpPr/>
          <p:nvPr/>
        </p:nvSpPr>
        <p:spPr>
          <a:xfrm>
            <a:off x="4727448" y="508254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91" name="Text 289"/>
          <p:cNvSpPr/>
          <p:nvPr/>
        </p:nvSpPr>
        <p:spPr>
          <a:xfrm>
            <a:off x="5385816" y="5082540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00" dirty="0"/>
          </a:p>
        </p:txBody>
      </p:sp>
      <p:sp>
        <p:nvSpPr>
          <p:cNvPr id="292" name="Shape 290"/>
          <p:cNvSpPr/>
          <p:nvPr/>
        </p:nvSpPr>
        <p:spPr>
          <a:xfrm>
            <a:off x="9615266" y="5123025"/>
            <a:ext cx="1190361" cy="111816"/>
          </a:xfrm>
          <a:prstGeom prst="roundRect">
            <a:avLst>
              <a:gd name="adj" fmla="val 32711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3" name="Text 291"/>
          <p:cNvSpPr/>
          <p:nvPr/>
        </p:nvSpPr>
        <p:spPr>
          <a:xfrm>
            <a:off x="9615266" y="5123025"/>
            <a:ext cx="1190361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00" dirty="0"/>
          </a:p>
        </p:txBody>
      </p:sp>
      <p:sp>
        <p:nvSpPr>
          <p:cNvPr id="294" name="Shape 292"/>
          <p:cNvSpPr/>
          <p:nvPr/>
        </p:nvSpPr>
        <p:spPr>
          <a:xfrm>
            <a:off x="365760" y="5275326"/>
            <a:ext cx="11460175" cy="1927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38912" y="525284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365760" y="5275326"/>
            <a:ext cx="38404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297" name="Text 295"/>
          <p:cNvSpPr/>
          <p:nvPr/>
        </p:nvSpPr>
        <p:spPr>
          <a:xfrm>
            <a:off x="822960" y="5275326"/>
            <a:ext cx="26060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298" name="Text 296"/>
          <p:cNvSpPr/>
          <p:nvPr/>
        </p:nvSpPr>
        <p:spPr>
          <a:xfrm>
            <a:off x="3447288" y="5275326"/>
            <a:ext cx="77724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299" name="Text 297"/>
          <p:cNvSpPr/>
          <p:nvPr/>
        </p:nvSpPr>
        <p:spPr>
          <a:xfrm>
            <a:off x="4224528" y="5275326"/>
            <a:ext cx="502920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0" name="Text 298"/>
          <p:cNvSpPr/>
          <p:nvPr/>
        </p:nvSpPr>
        <p:spPr>
          <a:xfrm>
            <a:off x="4727448" y="527532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00" dirty="0"/>
          </a:p>
        </p:txBody>
      </p:sp>
      <p:sp>
        <p:nvSpPr>
          <p:cNvPr id="301" name="Text 299"/>
          <p:cNvSpPr/>
          <p:nvPr/>
        </p:nvSpPr>
        <p:spPr>
          <a:xfrm>
            <a:off x="5385816" y="5275326"/>
            <a:ext cx="658368" cy="19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00" dirty="0"/>
          </a:p>
        </p:txBody>
      </p:sp>
      <p:sp>
        <p:nvSpPr>
          <p:cNvPr id="302" name="Shape 300"/>
          <p:cNvSpPr/>
          <p:nvPr/>
        </p:nvSpPr>
        <p:spPr>
          <a:xfrm>
            <a:off x="10805626" y="5315811"/>
            <a:ext cx="680206" cy="111816"/>
          </a:xfrm>
          <a:prstGeom prst="roundRect">
            <a:avLst>
              <a:gd name="adj" fmla="val 32711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3" name="Text 301"/>
          <p:cNvSpPr/>
          <p:nvPr/>
        </p:nvSpPr>
        <p:spPr>
          <a:xfrm>
            <a:off x="10805626" y="5315811"/>
            <a:ext cx="680206" cy="11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304" name="Shape 302"/>
          <p:cNvSpPr/>
          <p:nvPr/>
        </p:nvSpPr>
        <p:spPr>
          <a:xfrm>
            <a:off x="7459460" y="3499767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7459460" y="363664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6" name="Shape 304"/>
          <p:cNvSpPr/>
          <p:nvPr/>
        </p:nvSpPr>
        <p:spPr>
          <a:xfrm>
            <a:off x="7799563" y="3692553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7799563" y="382943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8" name="Shape 306"/>
          <p:cNvSpPr/>
          <p:nvPr/>
        </p:nvSpPr>
        <p:spPr>
          <a:xfrm>
            <a:off x="7969615" y="3885339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7969615" y="40222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0" name="Shape 308"/>
          <p:cNvSpPr/>
          <p:nvPr/>
        </p:nvSpPr>
        <p:spPr>
          <a:xfrm>
            <a:off x="8139666" y="4078125"/>
            <a:ext cx="0" cy="13687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8075658" y="421500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2" name="Shape 310"/>
          <p:cNvSpPr/>
          <p:nvPr/>
        </p:nvSpPr>
        <p:spPr>
          <a:xfrm>
            <a:off x="7459460" y="3306981"/>
            <a:ext cx="0" cy="1100808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7459460" y="440778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4" name="Shape 312"/>
          <p:cNvSpPr/>
          <p:nvPr/>
        </p:nvSpPr>
        <p:spPr>
          <a:xfrm>
            <a:off x="8209134" y="325107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8209134" y="3251073"/>
            <a:ext cx="0" cy="134950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8209134" y="460057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7" name="Shape 315"/>
          <p:cNvSpPr/>
          <p:nvPr/>
        </p:nvSpPr>
        <p:spPr>
          <a:xfrm>
            <a:off x="8549237" y="460057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8549237" y="4600575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8549237" y="479336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0" name="Shape 318"/>
          <p:cNvSpPr/>
          <p:nvPr/>
        </p:nvSpPr>
        <p:spPr>
          <a:xfrm>
            <a:off x="9569546" y="47933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569546" y="4793361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9569546" y="49861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3" name="Shape 321"/>
          <p:cNvSpPr/>
          <p:nvPr/>
        </p:nvSpPr>
        <p:spPr>
          <a:xfrm>
            <a:off x="9569546" y="47933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9569546" y="4793361"/>
            <a:ext cx="0" cy="38557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9569546" y="517893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6" name="Shape 324"/>
          <p:cNvSpPr/>
          <p:nvPr/>
        </p:nvSpPr>
        <p:spPr>
          <a:xfrm>
            <a:off x="10759906" y="517893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0759906" y="5178933"/>
            <a:ext cx="0" cy="1927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0759906" y="537171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9" name="Shape 327"/>
          <p:cNvSpPr/>
          <p:nvPr/>
        </p:nvSpPr>
        <p:spPr>
          <a:xfrm>
            <a:off x="731957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30" name="Shape 328"/>
          <p:cNvSpPr/>
          <p:nvPr/>
        </p:nvSpPr>
        <p:spPr>
          <a:xfrm>
            <a:off x="6450890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31" name="Text 329"/>
          <p:cNvSpPr/>
          <p:nvPr/>
        </p:nvSpPr>
        <p:spPr>
          <a:xfrm>
            <a:off x="6450890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32" name="Shape 330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4" name="Shape 332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35" name="Text 333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36" name="Text 334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337" name="Text 335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20</a:t>
            </a:r>
            <a:endParaRPr lang="en-US" sz="750" dirty="0"/>
          </a:p>
        </p:txBody>
      </p:sp>
      <p:sp>
        <p:nvSpPr>
          <p:cNvPr id="338" name="Shape 336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9" name="Shape 337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41" name="Text 339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26 Oct 2026</a:t>
            </a:r>
            <a:endParaRPr lang="en-US" sz="1300" dirty="0"/>
          </a:p>
        </p:txBody>
      </p:sp>
      <p:sp>
        <p:nvSpPr>
          <p:cNvPr id="342" name="Text 340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20</a:t>
            </a:r>
            <a:endParaRPr lang="en-US" sz="750" dirty="0"/>
          </a:p>
        </p:txBody>
      </p:sp>
      <p:sp>
        <p:nvSpPr>
          <p:cNvPr id="343" name="Shape 341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4" name="Shape 342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45" name="Text 343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46" name="Text 344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7 Nov 2026</a:t>
            </a:r>
            <a:endParaRPr lang="en-US" sz="1300" dirty="0"/>
          </a:p>
        </p:txBody>
      </p:sp>
      <p:sp>
        <p:nvSpPr>
          <p:cNvPr id="347" name="Text 345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14 / 20</a:t>
            </a:r>
            <a:endParaRPr lang="en-US" sz="750" dirty="0"/>
          </a:p>
        </p:txBody>
      </p:sp>
      <p:sp>
        <p:nvSpPr>
          <p:cNvPr id="348" name="Shape 346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9" name="Shape 347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51" name="Text 349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10 Nov 2026</a:t>
            </a:r>
            <a:endParaRPr lang="en-US" sz="1300" dirty="0"/>
          </a:p>
        </p:txBody>
      </p:sp>
      <p:sp>
        <p:nvSpPr>
          <p:cNvPr id="352" name="Text 350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17 / 20</a:t>
            </a:r>
            <a:endParaRPr lang="en-US" sz="750" dirty="0"/>
          </a:p>
        </p:txBody>
      </p:sp>
      <p:sp>
        <p:nvSpPr>
          <p:cNvPr id="353" name="Shape 351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54" name="Shape 352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55" name="Text 353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56" name="Text 354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14 Nov 2026</a:t>
            </a:r>
            <a:endParaRPr lang="en-US" sz="1300" dirty="0"/>
          </a:p>
        </p:txBody>
      </p:sp>
      <p:sp>
        <p:nvSpPr>
          <p:cNvPr id="357" name="Text 355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20 / 20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2026-10-21T13:48:17Z</dcterms:created>
  <dcterms:modified xsi:type="dcterms:W3CDTF">2026-10-21T13:48:17Z</dcterms:modified>
</cp:coreProperties>
</file>