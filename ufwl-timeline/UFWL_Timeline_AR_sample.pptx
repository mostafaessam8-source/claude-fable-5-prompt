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R">
    <p:bg>
      <p:bgPr>
        <a:solidFill>
          <a:srgbClr val="F6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78B"/>
          </a:solidFill>
          <a:ln/>
        </p:spPr>
      </p:sp>
      <p:sp>
        <p:nvSpPr>
          <p:cNvPr id="4" name="Shape 2"/>
          <p:cNvSpPr/>
          <p:nvPr/>
        </p:nvSpPr>
        <p:spPr>
          <a:xfrm>
            <a:off x="10180015" y="868680"/>
            <a:ext cx="2011680" cy="4572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2875"/>
            <a:ext cx="1051560" cy="5829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7" name="Text 4"/>
          <p:cNvSpPr/>
          <p:nvPr/>
        </p:nvSpPr>
        <p:spPr>
          <a:xfrm>
            <a:off x="2681935" y="6492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الجدول الزمني لأنشطة المشروع · إيقاف الموقع وأعمال الدعم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9164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مشروع UFWL – الخط الزمني</a:t>
            </a:r>
            <a:endParaRPr lang="ar-SA" sz="2400" dirty="0"/>
          </a:p>
        </p:txBody>
      </p:sp>
      <p:sp>
        <p:nvSpPr>
          <p:cNvPr id="3" name="Text 1"/>
          <p:cNvSpPr/>
          <p:nvPr/>
        </p:nvSpPr>
        <p:spPr>
          <a:xfrm>
            <a:off x="169164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الجدول الزمني لأنشطة المشروع · إيقاف الموقع وأعمال الدعم</a:t>
            </a:r>
            <a:endParaRPr lang="ar-SA" sz="1200" dirty="0"/>
          </a:p>
        </p:txBody>
      </p:sp>
      <p:sp>
        <p:nvSpPr>
          <p:cNvPr id="4" name="Shape 2"/>
          <p:cNvSpPr/>
          <p:nvPr/>
        </p:nvSpPr>
        <p:spPr>
          <a:xfrm>
            <a:off x="11569903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126980" y="1005840"/>
            <a:ext cx="13880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الخلفية – طلب التصريح</a:t>
            </a:r>
            <a:endParaRPr lang="ar-SA" sz="900" dirty="0"/>
          </a:p>
        </p:txBody>
      </p:sp>
      <p:sp>
        <p:nvSpPr>
          <p:cNvPr id="6" name="Shape 4"/>
          <p:cNvSpPr/>
          <p:nvPr/>
        </p:nvSpPr>
        <p:spPr>
          <a:xfrm>
            <a:off x="9816084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36738" y="1005840"/>
            <a:ext cx="2024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900" dirty="0"/>
          </a:p>
        </p:txBody>
      </p:sp>
      <p:sp>
        <p:nvSpPr>
          <p:cNvPr id="8" name="Shape 6"/>
          <p:cNvSpPr/>
          <p:nvPr/>
        </p:nvSpPr>
        <p:spPr>
          <a:xfrm>
            <a:off x="7425842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9180" y="1005840"/>
            <a:ext cx="25017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900" dirty="0"/>
          </a:p>
        </p:txBody>
      </p:sp>
      <p:sp>
        <p:nvSpPr>
          <p:cNvPr id="10" name="Shape 8"/>
          <p:cNvSpPr/>
          <p:nvPr/>
        </p:nvSpPr>
        <p:spPr>
          <a:xfrm>
            <a:off x="4558284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91079" y="1005840"/>
            <a:ext cx="181234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900" dirty="0"/>
          </a:p>
        </p:txBody>
      </p:sp>
      <p:sp>
        <p:nvSpPr>
          <p:cNvPr id="12" name="Shape 10"/>
          <p:cNvSpPr/>
          <p:nvPr/>
        </p:nvSpPr>
        <p:spPr>
          <a:xfrm>
            <a:off x="11317636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6679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015961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65123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714286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6344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12610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1773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1093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6009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09260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15842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0758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56747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0590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55507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4234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8815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C9D3D8"/>
          </a:solidFill>
          <a:ln w="12700">
            <a:solidFill>
              <a:srgbClr val="C9D3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317636" y="3447288"/>
            <a:ext cx="0" cy="182880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107324" y="3630168"/>
            <a:ext cx="420624" cy="420624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11107324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1100" dirty="0"/>
          </a:p>
        </p:txBody>
      </p:sp>
      <p:sp>
        <p:nvSpPr>
          <p:cNvPr id="33" name="Shape 31"/>
          <p:cNvSpPr/>
          <p:nvPr/>
        </p:nvSpPr>
        <p:spPr>
          <a:xfrm>
            <a:off x="9899778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972930" y="2734056"/>
            <a:ext cx="1871293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991218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31 أغسطس 2026</a:t>
            </a:r>
            <a:endParaRPr lang="ar-SA" sz="950" dirty="0"/>
          </a:p>
        </p:txBody>
      </p:sp>
      <p:sp>
        <p:nvSpPr>
          <p:cNvPr id="36" name="Text 34"/>
          <p:cNvSpPr/>
          <p:nvPr/>
        </p:nvSpPr>
        <p:spPr>
          <a:xfrm>
            <a:off x="9991218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7A8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الخلفية – طلب التصريح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طلب تصريح العمل</a:t>
            </a:r>
            <a:endParaRPr lang="ar-SA" sz="650" dirty="0"/>
          </a:p>
        </p:txBody>
      </p:sp>
      <p:sp>
        <p:nvSpPr>
          <p:cNvPr id="37" name="Shape 35"/>
          <p:cNvSpPr/>
          <p:nvPr/>
        </p:nvSpPr>
        <p:spPr>
          <a:xfrm>
            <a:off x="10666799" y="4050792"/>
            <a:ext cx="0" cy="182880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456487" y="3630168"/>
            <a:ext cx="420624" cy="420624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1045648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1100" dirty="0"/>
          </a:p>
        </p:txBody>
      </p:sp>
      <p:sp>
        <p:nvSpPr>
          <p:cNvPr id="40" name="Shape 38"/>
          <p:cNvSpPr/>
          <p:nvPr/>
        </p:nvSpPr>
        <p:spPr>
          <a:xfrm>
            <a:off x="9658000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9731152" y="4233672"/>
            <a:ext cx="1871293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49440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28 سبتمبر 2026</a:t>
            </a:r>
            <a:endParaRPr lang="ar-SA" sz="950" dirty="0"/>
          </a:p>
        </p:txBody>
      </p:sp>
      <p:sp>
        <p:nvSpPr>
          <p:cNvPr id="43" name="Text 41"/>
          <p:cNvSpPr/>
          <p:nvPr/>
        </p:nvSpPr>
        <p:spPr>
          <a:xfrm>
            <a:off x="9749440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7A8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الخلفية – طلب التصريح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رفض طلب التصريح</a:t>
            </a:r>
            <a:endParaRPr lang="ar-SA" sz="650" dirty="0"/>
          </a:p>
        </p:txBody>
      </p:sp>
      <p:sp>
        <p:nvSpPr>
          <p:cNvPr id="44" name="Shape 42"/>
          <p:cNvSpPr/>
          <p:nvPr/>
        </p:nvSpPr>
        <p:spPr>
          <a:xfrm>
            <a:off x="10015961" y="2624328"/>
            <a:ext cx="0" cy="100584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805649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9805649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1100" dirty="0"/>
          </a:p>
        </p:txBody>
      </p:sp>
      <p:sp>
        <p:nvSpPr>
          <p:cNvPr id="47" name="Shape 45"/>
          <p:cNvSpPr/>
          <p:nvPr/>
        </p:nvSpPr>
        <p:spPr>
          <a:xfrm>
            <a:off x="9007163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9080315" y="1911096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098603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1 أكتوبر 2026</a:t>
            </a:r>
            <a:endParaRPr lang="ar-SA" sz="950" dirty="0"/>
          </a:p>
        </p:txBody>
      </p:sp>
      <p:sp>
        <p:nvSpPr>
          <p:cNvPr id="50" name="Text 48"/>
          <p:cNvSpPr/>
          <p:nvPr/>
        </p:nvSpPr>
        <p:spPr>
          <a:xfrm>
            <a:off x="9098603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إيقاف أنشطة المشروع</a:t>
            </a:r>
            <a:endParaRPr lang="ar-SA" sz="650" dirty="0"/>
          </a:p>
        </p:txBody>
      </p:sp>
      <p:sp>
        <p:nvSpPr>
          <p:cNvPr id="51" name="Shape 49"/>
          <p:cNvSpPr/>
          <p:nvPr/>
        </p:nvSpPr>
        <p:spPr>
          <a:xfrm>
            <a:off x="9365123" y="4050792"/>
            <a:ext cx="0" cy="100584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154811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9154811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1100" dirty="0"/>
          </a:p>
        </p:txBody>
      </p:sp>
      <p:sp>
        <p:nvSpPr>
          <p:cNvPr id="54" name="Shape 52"/>
          <p:cNvSpPr/>
          <p:nvPr/>
        </p:nvSpPr>
        <p:spPr>
          <a:xfrm>
            <a:off x="8356325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8429477" y="5056632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447765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سبت 3 أكتوبر 2026</a:t>
            </a:r>
            <a:endParaRPr lang="ar-SA" sz="950" dirty="0"/>
          </a:p>
        </p:txBody>
      </p:sp>
      <p:sp>
        <p:nvSpPr>
          <p:cNvPr id="57" name="Text 55"/>
          <p:cNvSpPr/>
          <p:nvPr/>
        </p:nvSpPr>
        <p:spPr>
          <a:xfrm>
            <a:off x="8447765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زيارة ميدانية مشتركة</a:t>
            </a:r>
            <a:endParaRPr lang="ar-SA" sz="650" dirty="0"/>
          </a:p>
        </p:txBody>
      </p:sp>
      <p:sp>
        <p:nvSpPr>
          <p:cNvPr id="58" name="Shape 56"/>
          <p:cNvSpPr/>
          <p:nvPr/>
        </p:nvSpPr>
        <p:spPr>
          <a:xfrm>
            <a:off x="8714286" y="3447288"/>
            <a:ext cx="0" cy="18288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03974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8503974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ar-SA" sz="1100" dirty="0"/>
          </a:p>
        </p:txBody>
      </p:sp>
      <p:sp>
        <p:nvSpPr>
          <p:cNvPr id="61" name="Shape 59"/>
          <p:cNvSpPr/>
          <p:nvPr/>
        </p:nvSpPr>
        <p:spPr>
          <a:xfrm>
            <a:off x="7705487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7778639" y="2734056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796927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أحد 4 أكتوبر 2026</a:t>
            </a:r>
            <a:endParaRPr lang="ar-SA" sz="950" dirty="0"/>
          </a:p>
        </p:txBody>
      </p:sp>
      <p:sp>
        <p:nvSpPr>
          <p:cNvPr id="64" name="Text 62"/>
          <p:cNvSpPr/>
          <p:nvPr/>
        </p:nvSpPr>
        <p:spPr>
          <a:xfrm>
            <a:off x="7796927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تقييم المخاطر وخطة التخفيف</a:t>
            </a:r>
            <a:endParaRPr lang="ar-SA" sz="650" dirty="0"/>
          </a:p>
        </p:txBody>
      </p:sp>
      <p:sp>
        <p:nvSpPr>
          <p:cNvPr id="65" name="Shape 63"/>
          <p:cNvSpPr/>
          <p:nvPr/>
        </p:nvSpPr>
        <p:spPr>
          <a:xfrm>
            <a:off x="8063448" y="4050792"/>
            <a:ext cx="0" cy="18288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853136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7853136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ar-SA" sz="1100" dirty="0"/>
          </a:p>
        </p:txBody>
      </p:sp>
      <p:sp>
        <p:nvSpPr>
          <p:cNvPr id="68" name="Shape 66"/>
          <p:cNvSpPr/>
          <p:nvPr/>
        </p:nvSpPr>
        <p:spPr>
          <a:xfrm>
            <a:off x="7054650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7127802" y="4233672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146090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5 أكتوبر 2026</a:t>
            </a:r>
            <a:endParaRPr lang="ar-SA" sz="950" dirty="0"/>
          </a:p>
        </p:txBody>
      </p:sp>
      <p:sp>
        <p:nvSpPr>
          <p:cNvPr id="71" name="Text 69"/>
          <p:cNvSpPr/>
          <p:nvPr/>
        </p:nvSpPr>
        <p:spPr>
          <a:xfrm>
            <a:off x="7146090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طلب خطة عمل تفصيلية</a:t>
            </a:r>
            <a:endParaRPr lang="ar-SA" sz="650" dirty="0"/>
          </a:p>
        </p:txBody>
      </p:sp>
      <p:sp>
        <p:nvSpPr>
          <p:cNvPr id="72" name="Shape 70"/>
          <p:cNvSpPr/>
          <p:nvPr/>
        </p:nvSpPr>
        <p:spPr>
          <a:xfrm>
            <a:off x="7412610" y="2624328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202298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74" name="Text 72"/>
          <p:cNvSpPr/>
          <p:nvPr/>
        </p:nvSpPr>
        <p:spPr>
          <a:xfrm>
            <a:off x="7202298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ar-SA" sz="1100" dirty="0"/>
          </a:p>
        </p:txBody>
      </p:sp>
      <p:sp>
        <p:nvSpPr>
          <p:cNvPr id="75" name="Shape 73"/>
          <p:cNvSpPr/>
          <p:nvPr/>
        </p:nvSpPr>
        <p:spPr>
          <a:xfrm>
            <a:off x="6403812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76" name="Shape 74"/>
          <p:cNvSpPr/>
          <p:nvPr/>
        </p:nvSpPr>
        <p:spPr>
          <a:xfrm>
            <a:off x="6476964" y="191109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95252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7 أكتوبر 2026</a:t>
            </a:r>
            <a:endParaRPr lang="ar-SA" sz="950" dirty="0"/>
          </a:p>
        </p:txBody>
      </p:sp>
      <p:sp>
        <p:nvSpPr>
          <p:cNvPr id="78" name="Text 76"/>
          <p:cNvSpPr/>
          <p:nvPr/>
        </p:nvSpPr>
        <p:spPr>
          <a:xfrm>
            <a:off x="6495252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بيان طريقة العمل (MoS)</a:t>
            </a:r>
            <a:endParaRPr lang="ar-SA" sz="650" dirty="0"/>
          </a:p>
        </p:txBody>
      </p:sp>
      <p:sp>
        <p:nvSpPr>
          <p:cNvPr id="79" name="Shape 77"/>
          <p:cNvSpPr/>
          <p:nvPr/>
        </p:nvSpPr>
        <p:spPr>
          <a:xfrm>
            <a:off x="6761773" y="4050792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551461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6551461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ar-SA" sz="1100" dirty="0"/>
          </a:p>
        </p:txBody>
      </p:sp>
      <p:sp>
        <p:nvSpPr>
          <p:cNvPr id="82" name="Shape 80"/>
          <p:cNvSpPr/>
          <p:nvPr/>
        </p:nvSpPr>
        <p:spPr>
          <a:xfrm>
            <a:off x="5752974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83" name="Shape 81"/>
          <p:cNvSpPr/>
          <p:nvPr/>
        </p:nvSpPr>
        <p:spPr>
          <a:xfrm>
            <a:off x="5826126" y="5056632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844414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7 أكتوبر 2026</a:t>
            </a:r>
            <a:endParaRPr lang="ar-SA" sz="950" dirty="0"/>
          </a:p>
        </p:txBody>
      </p:sp>
      <p:sp>
        <p:nvSpPr>
          <p:cNvPr id="85" name="Text 83"/>
          <p:cNvSpPr/>
          <p:nvPr/>
        </p:nvSpPr>
        <p:spPr>
          <a:xfrm>
            <a:off x="5844414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اجتماع أصحاب المصلحة</a:t>
            </a:r>
            <a:endParaRPr lang="ar-SA" sz="650" dirty="0"/>
          </a:p>
        </p:txBody>
      </p:sp>
      <p:sp>
        <p:nvSpPr>
          <p:cNvPr id="86" name="Shape 84"/>
          <p:cNvSpPr/>
          <p:nvPr/>
        </p:nvSpPr>
        <p:spPr>
          <a:xfrm>
            <a:off x="6110935" y="3447288"/>
            <a:ext cx="0" cy="18288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900623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8" name="Text 86"/>
          <p:cNvSpPr/>
          <p:nvPr/>
        </p:nvSpPr>
        <p:spPr>
          <a:xfrm>
            <a:off x="5900623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ar-SA" sz="1100" dirty="0"/>
          </a:p>
        </p:txBody>
      </p:sp>
      <p:sp>
        <p:nvSpPr>
          <p:cNvPr id="89" name="Shape 87"/>
          <p:cNvSpPr/>
          <p:nvPr/>
        </p:nvSpPr>
        <p:spPr>
          <a:xfrm>
            <a:off x="5102137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90" name="Shape 88"/>
          <p:cNvSpPr/>
          <p:nvPr/>
        </p:nvSpPr>
        <p:spPr>
          <a:xfrm>
            <a:off x="5175289" y="273405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193577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8 أكتوبر 2026</a:t>
            </a:r>
            <a:endParaRPr lang="ar-SA" sz="950" dirty="0"/>
          </a:p>
        </p:txBody>
      </p:sp>
      <p:sp>
        <p:nvSpPr>
          <p:cNvPr id="92" name="Text 90"/>
          <p:cNvSpPr/>
          <p:nvPr/>
        </p:nvSpPr>
        <p:spPr>
          <a:xfrm>
            <a:off x="5193577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الرد على استفسارات أصحاب المصلحة</a:t>
            </a:r>
            <a:endParaRPr lang="ar-SA" sz="650" dirty="0"/>
          </a:p>
        </p:txBody>
      </p:sp>
      <p:sp>
        <p:nvSpPr>
          <p:cNvPr id="93" name="Shape 91"/>
          <p:cNvSpPr/>
          <p:nvPr/>
        </p:nvSpPr>
        <p:spPr>
          <a:xfrm>
            <a:off x="5460098" y="4050792"/>
            <a:ext cx="0" cy="18288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249786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95" name="Text 93"/>
          <p:cNvSpPr/>
          <p:nvPr/>
        </p:nvSpPr>
        <p:spPr>
          <a:xfrm>
            <a:off x="5249786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ar-SA" sz="1100" dirty="0"/>
          </a:p>
        </p:txBody>
      </p:sp>
      <p:sp>
        <p:nvSpPr>
          <p:cNvPr id="96" name="Shape 94"/>
          <p:cNvSpPr/>
          <p:nvPr/>
        </p:nvSpPr>
        <p:spPr>
          <a:xfrm>
            <a:off x="4451299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97" name="Shape 95"/>
          <p:cNvSpPr/>
          <p:nvPr/>
        </p:nvSpPr>
        <p:spPr>
          <a:xfrm>
            <a:off x="4524451" y="4233672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542739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أحد 11 أكتوبر 2026</a:t>
            </a:r>
            <a:endParaRPr lang="ar-SA" sz="950" dirty="0"/>
          </a:p>
        </p:txBody>
      </p:sp>
      <p:sp>
        <p:nvSpPr>
          <p:cNvPr id="99" name="Text 97"/>
          <p:cNvSpPr/>
          <p:nvPr/>
        </p:nvSpPr>
        <p:spPr>
          <a:xfrm>
            <a:off x="4542739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استلام توضيح من إدارة الهندسة</a:t>
            </a:r>
            <a:endParaRPr lang="ar-SA" sz="650" dirty="0"/>
          </a:p>
        </p:txBody>
      </p:sp>
      <p:sp>
        <p:nvSpPr>
          <p:cNvPr id="100" name="Shape 98"/>
          <p:cNvSpPr/>
          <p:nvPr/>
        </p:nvSpPr>
        <p:spPr>
          <a:xfrm>
            <a:off x="4809260" y="2624328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598948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02" name="Text 100"/>
          <p:cNvSpPr/>
          <p:nvPr/>
        </p:nvSpPr>
        <p:spPr>
          <a:xfrm>
            <a:off x="4598948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ar-SA" sz="1100" dirty="0"/>
          </a:p>
        </p:txBody>
      </p:sp>
      <p:sp>
        <p:nvSpPr>
          <p:cNvPr id="103" name="Shape 101"/>
          <p:cNvSpPr/>
          <p:nvPr/>
        </p:nvSpPr>
        <p:spPr>
          <a:xfrm>
            <a:off x="3800462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04" name="Shape 102"/>
          <p:cNvSpPr/>
          <p:nvPr/>
        </p:nvSpPr>
        <p:spPr>
          <a:xfrm>
            <a:off x="3873614" y="191109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3891902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12 أكتوبر 2026</a:t>
            </a:r>
            <a:endParaRPr lang="ar-SA" sz="950" dirty="0"/>
          </a:p>
        </p:txBody>
      </p:sp>
      <p:sp>
        <p:nvSpPr>
          <p:cNvPr id="106" name="Text 104"/>
          <p:cNvSpPr/>
          <p:nvPr/>
        </p:nvSpPr>
        <p:spPr>
          <a:xfrm>
            <a:off x="3891902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المراجعة الثانية (MoS)</a:t>
            </a:r>
            <a:endParaRPr lang="ar-SA" sz="650" dirty="0"/>
          </a:p>
        </p:txBody>
      </p:sp>
      <p:sp>
        <p:nvSpPr>
          <p:cNvPr id="107" name="Shape 105"/>
          <p:cNvSpPr/>
          <p:nvPr/>
        </p:nvSpPr>
        <p:spPr>
          <a:xfrm>
            <a:off x="4158422" y="4050792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3948110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09" name="Text 107"/>
          <p:cNvSpPr/>
          <p:nvPr/>
        </p:nvSpPr>
        <p:spPr>
          <a:xfrm>
            <a:off x="394811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ar-SA" sz="1100" dirty="0"/>
          </a:p>
        </p:txBody>
      </p:sp>
      <p:sp>
        <p:nvSpPr>
          <p:cNvPr id="110" name="Shape 108"/>
          <p:cNvSpPr/>
          <p:nvPr/>
        </p:nvSpPr>
        <p:spPr>
          <a:xfrm>
            <a:off x="3149624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1" name="Shape 109"/>
          <p:cNvSpPr/>
          <p:nvPr/>
        </p:nvSpPr>
        <p:spPr>
          <a:xfrm>
            <a:off x="3222776" y="505663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3241064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ثلاثاء 13 أكتوبر 2026</a:t>
            </a:r>
            <a:endParaRPr lang="ar-SA" sz="950" dirty="0"/>
          </a:p>
        </p:txBody>
      </p:sp>
      <p:sp>
        <p:nvSpPr>
          <p:cNvPr id="113" name="Text 111"/>
          <p:cNvSpPr/>
          <p:nvPr/>
        </p:nvSpPr>
        <p:spPr>
          <a:xfrm>
            <a:off x="3241064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التواصل مع إدارة السلامة</a:t>
            </a:r>
            <a:endParaRPr lang="ar-SA" sz="650" dirty="0"/>
          </a:p>
        </p:txBody>
      </p:sp>
      <p:sp>
        <p:nvSpPr>
          <p:cNvPr id="114" name="Shape 112"/>
          <p:cNvSpPr/>
          <p:nvPr/>
        </p:nvSpPr>
        <p:spPr>
          <a:xfrm>
            <a:off x="3507585" y="3447288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297273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16" name="Text 114"/>
          <p:cNvSpPr/>
          <p:nvPr/>
        </p:nvSpPr>
        <p:spPr>
          <a:xfrm>
            <a:off x="3297273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ar-SA" sz="1100" dirty="0"/>
          </a:p>
        </p:txBody>
      </p:sp>
      <p:sp>
        <p:nvSpPr>
          <p:cNvPr id="117" name="Shape 115"/>
          <p:cNvSpPr/>
          <p:nvPr/>
        </p:nvSpPr>
        <p:spPr>
          <a:xfrm>
            <a:off x="2498786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8" name="Shape 116"/>
          <p:cNvSpPr/>
          <p:nvPr/>
        </p:nvSpPr>
        <p:spPr>
          <a:xfrm>
            <a:off x="2571938" y="273405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2590226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14 أكتوبر 2026</a:t>
            </a:r>
            <a:endParaRPr lang="ar-SA" sz="950" dirty="0"/>
          </a:p>
        </p:txBody>
      </p:sp>
      <p:sp>
        <p:nvSpPr>
          <p:cNvPr id="120" name="Text 118"/>
          <p:cNvSpPr/>
          <p:nvPr/>
        </p:nvSpPr>
        <p:spPr>
          <a:xfrm>
            <a:off x="2590226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تعميم التصريح للموافقات</a:t>
            </a:r>
            <a:endParaRPr lang="ar-SA" sz="650" dirty="0"/>
          </a:p>
        </p:txBody>
      </p:sp>
      <p:sp>
        <p:nvSpPr>
          <p:cNvPr id="121" name="Shape 119"/>
          <p:cNvSpPr/>
          <p:nvPr/>
        </p:nvSpPr>
        <p:spPr>
          <a:xfrm>
            <a:off x="2856747" y="4050792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2646435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23" name="Text 121"/>
          <p:cNvSpPr/>
          <p:nvPr/>
        </p:nvSpPr>
        <p:spPr>
          <a:xfrm>
            <a:off x="2646435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ar-SA" sz="1100" dirty="0"/>
          </a:p>
        </p:txBody>
      </p:sp>
      <p:sp>
        <p:nvSpPr>
          <p:cNvPr id="124" name="Shape 122"/>
          <p:cNvSpPr/>
          <p:nvPr/>
        </p:nvSpPr>
        <p:spPr>
          <a:xfrm>
            <a:off x="1847949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25" name="Shape 123"/>
          <p:cNvSpPr/>
          <p:nvPr/>
        </p:nvSpPr>
        <p:spPr>
          <a:xfrm>
            <a:off x="1921101" y="423367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939389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15 أكتوبر 2026</a:t>
            </a:r>
            <a:endParaRPr lang="ar-SA" sz="950" dirty="0"/>
          </a:p>
        </p:txBody>
      </p:sp>
      <p:sp>
        <p:nvSpPr>
          <p:cNvPr id="127" name="Text 125"/>
          <p:cNvSpPr/>
          <p:nvPr/>
        </p:nvSpPr>
        <p:spPr>
          <a:xfrm>
            <a:off x="1939389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ملاحظات إضافية من الإدارات</a:t>
            </a:r>
            <a:endParaRPr lang="ar-SA" sz="650" dirty="0"/>
          </a:p>
        </p:txBody>
      </p:sp>
      <p:sp>
        <p:nvSpPr>
          <p:cNvPr id="128" name="Shape 126"/>
          <p:cNvSpPr/>
          <p:nvPr/>
        </p:nvSpPr>
        <p:spPr>
          <a:xfrm>
            <a:off x="2205909" y="2624328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1995597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199559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ar-SA" sz="1100" dirty="0"/>
          </a:p>
        </p:txBody>
      </p:sp>
      <p:sp>
        <p:nvSpPr>
          <p:cNvPr id="131" name="Shape 129"/>
          <p:cNvSpPr/>
          <p:nvPr/>
        </p:nvSpPr>
        <p:spPr>
          <a:xfrm>
            <a:off x="1197111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32" name="Shape 130"/>
          <p:cNvSpPr/>
          <p:nvPr/>
        </p:nvSpPr>
        <p:spPr>
          <a:xfrm>
            <a:off x="1270263" y="191109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1288551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19 أكتوبر 2026</a:t>
            </a:r>
            <a:endParaRPr lang="ar-SA" sz="950" dirty="0"/>
          </a:p>
        </p:txBody>
      </p:sp>
      <p:sp>
        <p:nvSpPr>
          <p:cNvPr id="134" name="Text 132"/>
          <p:cNvSpPr/>
          <p:nvPr/>
        </p:nvSpPr>
        <p:spPr>
          <a:xfrm>
            <a:off x="1288551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المراجعة الثالثة (MoS)</a:t>
            </a:r>
            <a:endParaRPr lang="ar-SA" sz="650" dirty="0"/>
          </a:p>
        </p:txBody>
      </p:sp>
      <p:sp>
        <p:nvSpPr>
          <p:cNvPr id="135" name="Shape 133"/>
          <p:cNvSpPr/>
          <p:nvPr/>
        </p:nvSpPr>
        <p:spPr>
          <a:xfrm>
            <a:off x="1555072" y="4050792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1344760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37" name="Text 135"/>
          <p:cNvSpPr/>
          <p:nvPr/>
        </p:nvSpPr>
        <p:spPr>
          <a:xfrm>
            <a:off x="134476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ar-SA" sz="1100" dirty="0"/>
          </a:p>
        </p:txBody>
      </p:sp>
      <p:sp>
        <p:nvSpPr>
          <p:cNvPr id="138" name="Shape 136"/>
          <p:cNvSpPr/>
          <p:nvPr/>
        </p:nvSpPr>
        <p:spPr>
          <a:xfrm>
            <a:off x="546273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39" name="Shape 137"/>
          <p:cNvSpPr/>
          <p:nvPr/>
        </p:nvSpPr>
        <p:spPr>
          <a:xfrm>
            <a:off x="619425" y="505663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637713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ثلاثاء 20 أكتوبر 2026</a:t>
            </a:r>
            <a:endParaRPr lang="ar-SA" sz="950" dirty="0"/>
          </a:p>
        </p:txBody>
      </p:sp>
      <p:sp>
        <p:nvSpPr>
          <p:cNvPr id="141" name="Text 139"/>
          <p:cNvSpPr/>
          <p:nvPr/>
        </p:nvSpPr>
        <p:spPr>
          <a:xfrm>
            <a:off x="637713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إغلاق الاستفسار الأخير</a:t>
            </a:r>
            <a:endParaRPr lang="ar-SA" sz="650" dirty="0"/>
          </a:p>
        </p:txBody>
      </p:sp>
      <p:sp>
        <p:nvSpPr>
          <p:cNvPr id="142" name="Shape 140"/>
          <p:cNvSpPr/>
          <p:nvPr/>
        </p:nvSpPr>
        <p:spPr>
          <a:xfrm>
            <a:off x="904234" y="3447288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93922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693922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ar-SA" sz="1100" dirty="0"/>
          </a:p>
        </p:txBody>
      </p:sp>
      <p:sp>
        <p:nvSpPr>
          <p:cNvPr id="145" name="Shape 143"/>
          <p:cNvSpPr/>
          <p:nvPr/>
        </p:nvSpPr>
        <p:spPr>
          <a:xfrm>
            <a:off x="274320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46" name="Shape 144"/>
          <p:cNvSpPr/>
          <p:nvPr/>
        </p:nvSpPr>
        <p:spPr>
          <a:xfrm>
            <a:off x="347472" y="273405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365760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21 أكتوبر 2026</a:t>
            </a:r>
            <a:endParaRPr lang="ar-SA" sz="950" dirty="0"/>
          </a:p>
        </p:txBody>
      </p:sp>
      <p:sp>
        <p:nvSpPr>
          <p:cNvPr id="148" name="Text 146"/>
          <p:cNvSpPr/>
          <p:nvPr/>
        </p:nvSpPr>
        <p:spPr>
          <a:xfrm>
            <a:off x="365760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تصريح العمل جاهز للتوقيع</a:t>
            </a:r>
            <a:endParaRPr lang="ar-SA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SAR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مشروع UFWL – مخطط جانت</dc:title>
  <dc:subject>PptxGenJS Presentation</dc:subject>
  <dc:creator>UFWL Project</dc:creator>
  <cp:lastModifiedBy>UFWL Project</cp:lastModifiedBy>
  <cp:revision>1</cp:revision>
  <dcterms:created xsi:type="dcterms:W3CDTF">2026-10-21T12:24:17Z</dcterms:created>
  <dcterms:modified xsi:type="dcterms:W3CDTF">2026-10-21T12:24:17Z</dcterms:modified>
</cp:coreProperties>
</file>