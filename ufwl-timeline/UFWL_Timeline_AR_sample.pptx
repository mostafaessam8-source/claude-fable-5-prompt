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532888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91218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91218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</a:t>
            </a:r>
            <a:endParaRPr lang="ar-SA" sz="650" dirty="0"/>
          </a:p>
        </p:txBody>
      </p:sp>
      <p:sp>
        <p:nvSpPr>
          <p:cNvPr id="37" name="Text 35"/>
          <p:cNvSpPr/>
          <p:nvPr/>
        </p:nvSpPr>
        <p:spPr>
          <a:xfrm>
            <a:off x="10786746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00" dirty="0"/>
          </a:p>
        </p:txBody>
      </p:sp>
      <p:sp>
        <p:nvSpPr>
          <p:cNvPr id="38" name="Text 36"/>
          <p:cNvSpPr/>
          <p:nvPr/>
        </p:nvSpPr>
        <p:spPr>
          <a:xfrm>
            <a:off x="9991218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لتنفيذ أعمال الأساسات لإزالة خطر انهيار التربة.</a:t>
            </a:r>
            <a:endParaRPr lang="ar-SA" sz="650" dirty="0"/>
          </a:p>
        </p:txBody>
      </p:sp>
      <p:sp>
        <p:nvSpPr>
          <p:cNvPr id="39" name="Shape 37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2" name="Shape 40"/>
          <p:cNvSpPr/>
          <p:nvPr/>
        </p:nvSpPr>
        <p:spPr>
          <a:xfrm>
            <a:off x="9658000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49440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49440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2</a:t>
            </a:r>
            <a:endParaRPr lang="ar-SA" sz="650" dirty="0"/>
          </a:p>
        </p:txBody>
      </p:sp>
      <p:sp>
        <p:nvSpPr>
          <p:cNvPr id="46" name="Text 44"/>
          <p:cNvSpPr/>
          <p:nvPr/>
        </p:nvSpPr>
        <p:spPr>
          <a:xfrm>
            <a:off x="10544968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00" dirty="0"/>
          </a:p>
        </p:txBody>
      </p:sp>
      <p:sp>
        <p:nvSpPr>
          <p:cNvPr id="47" name="Text 45"/>
          <p:cNvSpPr/>
          <p:nvPr/>
        </p:nvSpPr>
        <p:spPr>
          <a:xfrm>
            <a:off x="9749440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رفضت إدارة التصاريح طلب تصريح العمل.</a:t>
            </a:r>
            <a:endParaRPr lang="ar-SA" sz="650" dirty="0"/>
          </a:p>
        </p:txBody>
      </p:sp>
      <p:sp>
        <p:nvSpPr>
          <p:cNvPr id="48" name="Shape 46"/>
          <p:cNvSpPr/>
          <p:nvPr/>
        </p:nvSpPr>
        <p:spPr>
          <a:xfrm>
            <a:off x="10015961" y="2423160"/>
            <a:ext cx="0" cy="1207008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51" name="Shape 49"/>
          <p:cNvSpPr/>
          <p:nvPr/>
        </p:nvSpPr>
        <p:spPr>
          <a:xfrm>
            <a:off x="9007163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9080315" y="1508760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603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98603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3</a:t>
            </a:r>
            <a:endParaRPr lang="ar-SA" sz="650" dirty="0"/>
          </a:p>
        </p:txBody>
      </p:sp>
      <p:sp>
        <p:nvSpPr>
          <p:cNvPr id="55" name="Text 53"/>
          <p:cNvSpPr/>
          <p:nvPr/>
        </p:nvSpPr>
        <p:spPr>
          <a:xfrm>
            <a:off x="9894131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00" dirty="0"/>
          </a:p>
        </p:txBody>
      </p:sp>
      <p:sp>
        <p:nvSpPr>
          <p:cNvPr id="56" name="Text 54"/>
          <p:cNvSpPr/>
          <p:nvPr/>
        </p:nvSpPr>
        <p:spPr>
          <a:xfrm>
            <a:off x="9098603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إدارة التصاريح والسلامة جميع أنشطة المشروع بالموقع.</a:t>
            </a:r>
            <a:endParaRPr lang="ar-SA" sz="650" dirty="0"/>
          </a:p>
        </p:txBody>
      </p:sp>
      <p:sp>
        <p:nvSpPr>
          <p:cNvPr id="57" name="Shape 55"/>
          <p:cNvSpPr/>
          <p:nvPr/>
        </p:nvSpPr>
        <p:spPr>
          <a:xfrm>
            <a:off x="9365123" y="4050792"/>
            <a:ext cx="0" cy="1207008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60" name="Shape 58"/>
          <p:cNvSpPr/>
          <p:nvPr/>
        </p:nvSpPr>
        <p:spPr>
          <a:xfrm>
            <a:off x="8356325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8429477" y="5257800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47765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47765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4</a:t>
            </a:r>
            <a:endParaRPr lang="ar-SA" sz="650" dirty="0"/>
          </a:p>
        </p:txBody>
      </p:sp>
      <p:sp>
        <p:nvSpPr>
          <p:cNvPr id="64" name="Text 62"/>
          <p:cNvSpPr/>
          <p:nvPr/>
        </p:nvSpPr>
        <p:spPr>
          <a:xfrm>
            <a:off x="9243293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00" dirty="0"/>
          </a:p>
        </p:txBody>
      </p:sp>
      <p:sp>
        <p:nvSpPr>
          <p:cNvPr id="65" name="Text 63"/>
          <p:cNvSpPr/>
          <p:nvPr/>
        </p:nvSpPr>
        <p:spPr>
          <a:xfrm>
            <a:off x="8447765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مشتركة مع الإدارات المعنية (التصاريح وغيرها) لتقييم حالة الموقع.</a:t>
            </a:r>
            <a:endParaRPr lang="ar-SA" sz="650" dirty="0"/>
          </a:p>
        </p:txBody>
      </p:sp>
      <p:sp>
        <p:nvSpPr>
          <p:cNvPr id="66" name="Shape 64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9" name="Shape 67"/>
          <p:cNvSpPr/>
          <p:nvPr/>
        </p:nvSpPr>
        <p:spPr>
          <a:xfrm>
            <a:off x="7705487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7778639" y="2532888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96927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96927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5</a:t>
            </a:r>
            <a:endParaRPr lang="ar-SA" sz="650" dirty="0"/>
          </a:p>
        </p:txBody>
      </p:sp>
      <p:sp>
        <p:nvSpPr>
          <p:cNvPr id="73" name="Text 71"/>
          <p:cNvSpPr/>
          <p:nvPr/>
        </p:nvSpPr>
        <p:spPr>
          <a:xfrm>
            <a:off x="8592455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00" dirty="0"/>
          </a:p>
        </p:txBody>
      </p:sp>
      <p:sp>
        <p:nvSpPr>
          <p:cNvPr id="74" name="Text 72"/>
          <p:cNvSpPr/>
          <p:nvPr/>
        </p:nvSpPr>
        <p:spPr>
          <a:xfrm>
            <a:off x="7796927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أُرسلت إلى إدارة التصاريح بهدف استئناف العمل.</a:t>
            </a:r>
            <a:endParaRPr lang="ar-SA" sz="650" dirty="0"/>
          </a:p>
        </p:txBody>
      </p:sp>
      <p:sp>
        <p:nvSpPr>
          <p:cNvPr id="75" name="Shape 7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78" name="Shape 76"/>
          <p:cNvSpPr/>
          <p:nvPr/>
        </p:nvSpPr>
        <p:spPr>
          <a:xfrm>
            <a:off x="7054650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146090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146090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6</a:t>
            </a:r>
            <a:endParaRPr lang="ar-SA" sz="650" dirty="0"/>
          </a:p>
        </p:txBody>
      </p:sp>
      <p:sp>
        <p:nvSpPr>
          <p:cNvPr id="82" name="Text 80"/>
          <p:cNvSpPr/>
          <p:nvPr/>
        </p:nvSpPr>
        <p:spPr>
          <a:xfrm>
            <a:off x="7941618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00" dirty="0"/>
          </a:p>
        </p:txBody>
      </p:sp>
      <p:sp>
        <p:nvSpPr>
          <p:cNvPr id="83" name="Text 81"/>
          <p:cNvSpPr/>
          <p:nvPr/>
        </p:nvSpPr>
        <p:spPr>
          <a:xfrm>
            <a:off x="7146090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طلبت إدارة التصاريح خطة عمل أكثر تفصيلاً.</a:t>
            </a:r>
            <a:endParaRPr lang="ar-SA" sz="650" dirty="0"/>
          </a:p>
        </p:txBody>
      </p:sp>
      <p:sp>
        <p:nvSpPr>
          <p:cNvPr id="84" name="Shape 82"/>
          <p:cNvSpPr/>
          <p:nvPr/>
        </p:nvSpPr>
        <p:spPr>
          <a:xfrm>
            <a:off x="7412610" y="2423160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87" name="Shape 85"/>
          <p:cNvSpPr/>
          <p:nvPr/>
        </p:nvSpPr>
        <p:spPr>
          <a:xfrm>
            <a:off x="6403812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6476964" y="150876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495252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495252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7</a:t>
            </a:r>
            <a:endParaRPr lang="ar-SA" sz="650" dirty="0"/>
          </a:p>
        </p:txBody>
      </p:sp>
      <p:sp>
        <p:nvSpPr>
          <p:cNvPr id="91" name="Text 89"/>
          <p:cNvSpPr/>
          <p:nvPr/>
        </p:nvSpPr>
        <p:spPr>
          <a:xfrm>
            <a:off x="7290780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00" dirty="0"/>
          </a:p>
        </p:txBody>
      </p:sp>
      <p:sp>
        <p:nvSpPr>
          <p:cNvPr id="92" name="Text 90"/>
          <p:cNvSpPr/>
          <p:nvPr/>
        </p:nvSpPr>
        <p:spPr>
          <a:xfrm>
            <a:off x="6495252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طريقة العمل وخطة العمل التفصيلية لجميع الإدارات للمراجعة والاعتماد.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6761773" y="4050792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5752974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826126" y="525780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844414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844414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8</a:t>
            </a:r>
            <a:endParaRPr lang="ar-SA" sz="650" dirty="0"/>
          </a:p>
        </p:txBody>
      </p:sp>
      <p:sp>
        <p:nvSpPr>
          <p:cNvPr id="100" name="Text 98"/>
          <p:cNvSpPr/>
          <p:nvPr/>
        </p:nvSpPr>
        <p:spPr>
          <a:xfrm>
            <a:off x="6639942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00" dirty="0"/>
          </a:p>
        </p:txBody>
      </p:sp>
      <p:sp>
        <p:nvSpPr>
          <p:cNvPr id="101" name="Text 99"/>
          <p:cNvSpPr/>
          <p:nvPr/>
        </p:nvSpPr>
        <p:spPr>
          <a:xfrm>
            <a:off x="5844414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الاتفاق على المضي قدماً وطلب مراجعة الإجراءات واعتمادها من الإدارات.</a:t>
            </a:r>
            <a:endParaRPr lang="ar-SA" sz="650" dirty="0"/>
          </a:p>
        </p:txBody>
      </p:sp>
      <p:sp>
        <p:nvSpPr>
          <p:cNvPr id="102" name="Shape 100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105" name="Shape 103"/>
          <p:cNvSpPr/>
          <p:nvPr/>
        </p:nvSpPr>
        <p:spPr>
          <a:xfrm>
            <a:off x="5102137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5175289" y="2532888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193577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93577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9</a:t>
            </a:r>
            <a:endParaRPr lang="ar-SA" sz="650" dirty="0"/>
          </a:p>
        </p:txBody>
      </p:sp>
      <p:sp>
        <p:nvSpPr>
          <p:cNvPr id="109" name="Text 107"/>
          <p:cNvSpPr/>
          <p:nvPr/>
        </p:nvSpPr>
        <p:spPr>
          <a:xfrm>
            <a:off x="5989105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00" dirty="0"/>
          </a:p>
        </p:txBody>
      </p:sp>
      <p:sp>
        <p:nvSpPr>
          <p:cNvPr id="110" name="Text 108"/>
          <p:cNvSpPr/>
          <p:nvPr/>
        </p:nvSpPr>
        <p:spPr>
          <a:xfrm>
            <a:off x="5193577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الرد على كل الاستفسارات بشأن الأعمال وإجراءات السلامة.</a:t>
            </a:r>
            <a:endParaRPr lang="ar-SA" sz="650" dirty="0"/>
          </a:p>
        </p:txBody>
      </p:sp>
      <p:sp>
        <p:nvSpPr>
          <p:cNvPr id="111" name="Shape 109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3" name="Text 111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114" name="Shape 112"/>
          <p:cNvSpPr/>
          <p:nvPr/>
        </p:nvSpPr>
        <p:spPr>
          <a:xfrm>
            <a:off x="4451299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542739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42739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10</a:t>
            </a:r>
            <a:endParaRPr lang="ar-SA" sz="650" dirty="0"/>
          </a:p>
        </p:txBody>
      </p:sp>
      <p:sp>
        <p:nvSpPr>
          <p:cNvPr id="118" name="Text 116"/>
          <p:cNvSpPr/>
          <p:nvPr/>
        </p:nvSpPr>
        <p:spPr>
          <a:xfrm>
            <a:off x="5338267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00" dirty="0"/>
          </a:p>
        </p:txBody>
      </p:sp>
      <p:sp>
        <p:nvSpPr>
          <p:cNvPr id="119" name="Text 117"/>
          <p:cNvSpPr/>
          <p:nvPr/>
        </p:nvSpPr>
        <p:spPr>
          <a:xfrm>
            <a:off x="4542739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أثارت إدارة الهندسة استيضاحاً على بيان طريقة العمل.</a:t>
            </a:r>
            <a:endParaRPr lang="ar-SA" sz="650" dirty="0"/>
          </a:p>
        </p:txBody>
      </p:sp>
      <p:sp>
        <p:nvSpPr>
          <p:cNvPr id="120" name="Shape 118"/>
          <p:cNvSpPr/>
          <p:nvPr/>
        </p:nvSpPr>
        <p:spPr>
          <a:xfrm>
            <a:off x="4809260" y="2423160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2" name="Text 12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23" name="Shape 121"/>
          <p:cNvSpPr/>
          <p:nvPr/>
        </p:nvSpPr>
        <p:spPr>
          <a:xfrm>
            <a:off x="3800462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3873614" y="150876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891902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891902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11</a:t>
            </a:r>
            <a:endParaRPr lang="ar-SA" sz="650" dirty="0"/>
          </a:p>
        </p:txBody>
      </p:sp>
      <p:sp>
        <p:nvSpPr>
          <p:cNvPr id="127" name="Text 125"/>
          <p:cNvSpPr/>
          <p:nvPr/>
        </p:nvSpPr>
        <p:spPr>
          <a:xfrm>
            <a:off x="4687430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00" dirty="0"/>
          </a:p>
        </p:txBody>
      </p:sp>
      <p:sp>
        <p:nvSpPr>
          <p:cNvPr id="128" name="Text 126"/>
          <p:cNvSpPr/>
          <p:nvPr/>
        </p:nvSpPr>
        <p:spPr>
          <a:xfrm>
            <a:off x="3891902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الثانية للبيان إلى جميع الإدارات المعنية.</a:t>
            </a:r>
            <a:endParaRPr lang="ar-SA" sz="650" dirty="0"/>
          </a:p>
        </p:txBody>
      </p:sp>
      <p:sp>
        <p:nvSpPr>
          <p:cNvPr id="129" name="Shape 127"/>
          <p:cNvSpPr/>
          <p:nvPr/>
        </p:nvSpPr>
        <p:spPr>
          <a:xfrm>
            <a:off x="4158422" y="4050792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1" name="Text 129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32" name="Shape 130"/>
          <p:cNvSpPr/>
          <p:nvPr/>
        </p:nvSpPr>
        <p:spPr>
          <a:xfrm>
            <a:off x="3149624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3" name="Shape 131"/>
          <p:cNvSpPr/>
          <p:nvPr/>
        </p:nvSpPr>
        <p:spPr>
          <a:xfrm>
            <a:off x="3222776" y="525780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3241064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241064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12</a:t>
            </a:r>
            <a:endParaRPr lang="ar-SA" sz="650" dirty="0"/>
          </a:p>
        </p:txBody>
      </p:sp>
      <p:sp>
        <p:nvSpPr>
          <p:cNvPr id="136" name="Text 134"/>
          <p:cNvSpPr/>
          <p:nvPr/>
        </p:nvSpPr>
        <p:spPr>
          <a:xfrm>
            <a:off x="4036592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00" dirty="0"/>
          </a:p>
        </p:txBody>
      </p:sp>
      <p:sp>
        <p:nvSpPr>
          <p:cNvPr id="137" name="Text 135"/>
          <p:cNvSpPr/>
          <p:nvPr/>
        </p:nvSpPr>
        <p:spPr>
          <a:xfrm>
            <a:off x="3241064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مشاركة المستندات تم التواصل مع السلامة لتسهيل إصدار التصريح.</a:t>
            </a:r>
            <a:endParaRPr lang="ar-SA" sz="650" dirty="0"/>
          </a:p>
        </p:txBody>
      </p:sp>
      <p:sp>
        <p:nvSpPr>
          <p:cNvPr id="138" name="Shape 136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0" name="Text 138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41" name="Shape 139"/>
          <p:cNvSpPr/>
          <p:nvPr/>
        </p:nvSpPr>
        <p:spPr>
          <a:xfrm>
            <a:off x="2498786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2" name="Shape 140"/>
          <p:cNvSpPr/>
          <p:nvPr/>
        </p:nvSpPr>
        <p:spPr>
          <a:xfrm>
            <a:off x="2571938" y="2532888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590226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590226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13</a:t>
            </a:r>
            <a:endParaRPr lang="ar-SA" sz="650" dirty="0"/>
          </a:p>
        </p:txBody>
      </p:sp>
      <p:sp>
        <p:nvSpPr>
          <p:cNvPr id="145" name="Text 143"/>
          <p:cNvSpPr/>
          <p:nvPr/>
        </p:nvSpPr>
        <p:spPr>
          <a:xfrm>
            <a:off x="3385754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00" dirty="0"/>
          </a:p>
        </p:txBody>
      </p:sp>
      <p:sp>
        <p:nvSpPr>
          <p:cNvPr id="146" name="Text 144"/>
          <p:cNvSpPr/>
          <p:nvPr/>
        </p:nvSpPr>
        <p:spPr>
          <a:xfrm>
            <a:off x="2590226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 تصريح العمل للإدارات المعنية للموافقة عليه.</a:t>
            </a:r>
            <a:endParaRPr lang="ar-SA" sz="650" dirty="0"/>
          </a:p>
        </p:txBody>
      </p:sp>
      <p:sp>
        <p:nvSpPr>
          <p:cNvPr id="147" name="Shape 145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9" name="Text 147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50" name="Shape 148"/>
          <p:cNvSpPr/>
          <p:nvPr/>
        </p:nvSpPr>
        <p:spPr>
          <a:xfrm>
            <a:off x="1847949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51" name="Shape 149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939389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939389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14</a:t>
            </a:r>
            <a:endParaRPr lang="ar-SA" sz="650" dirty="0"/>
          </a:p>
        </p:txBody>
      </p:sp>
      <p:sp>
        <p:nvSpPr>
          <p:cNvPr id="154" name="Text 152"/>
          <p:cNvSpPr/>
          <p:nvPr/>
        </p:nvSpPr>
        <p:spPr>
          <a:xfrm>
            <a:off x="2734917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00" dirty="0"/>
          </a:p>
        </p:txBody>
      </p:sp>
      <p:sp>
        <p:nvSpPr>
          <p:cNvPr id="155" name="Text 153"/>
          <p:cNvSpPr/>
          <p:nvPr/>
        </p:nvSpPr>
        <p:spPr>
          <a:xfrm>
            <a:off x="1939389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وردت ملاحظات إضافية من إدارات أخرى.</a:t>
            </a:r>
            <a:endParaRPr lang="ar-SA" sz="650" dirty="0"/>
          </a:p>
        </p:txBody>
      </p:sp>
      <p:sp>
        <p:nvSpPr>
          <p:cNvPr id="156" name="Shape 154"/>
          <p:cNvSpPr/>
          <p:nvPr/>
        </p:nvSpPr>
        <p:spPr>
          <a:xfrm>
            <a:off x="2205909" y="2423160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58" name="Text 156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59" name="Shape 157"/>
          <p:cNvSpPr/>
          <p:nvPr/>
        </p:nvSpPr>
        <p:spPr>
          <a:xfrm>
            <a:off x="1197111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0" name="Shape 158"/>
          <p:cNvSpPr/>
          <p:nvPr/>
        </p:nvSpPr>
        <p:spPr>
          <a:xfrm>
            <a:off x="1270263" y="150876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288551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288551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15</a:t>
            </a:r>
            <a:endParaRPr lang="ar-SA" sz="650" dirty="0"/>
          </a:p>
        </p:txBody>
      </p:sp>
      <p:sp>
        <p:nvSpPr>
          <p:cNvPr id="163" name="Text 161"/>
          <p:cNvSpPr/>
          <p:nvPr/>
        </p:nvSpPr>
        <p:spPr>
          <a:xfrm>
            <a:off x="2084079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00" dirty="0"/>
          </a:p>
        </p:txBody>
      </p:sp>
      <p:sp>
        <p:nvSpPr>
          <p:cNvPr id="164" name="Text 162"/>
          <p:cNvSpPr/>
          <p:nvPr/>
        </p:nvSpPr>
        <p:spPr>
          <a:xfrm>
            <a:off x="1288551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الثالثة للبيان للجميع للاعتماد.</a:t>
            </a:r>
            <a:endParaRPr lang="ar-SA" sz="650" dirty="0"/>
          </a:p>
        </p:txBody>
      </p:sp>
      <p:sp>
        <p:nvSpPr>
          <p:cNvPr id="165" name="Shape 163"/>
          <p:cNvSpPr/>
          <p:nvPr/>
        </p:nvSpPr>
        <p:spPr>
          <a:xfrm>
            <a:off x="1555072" y="4050792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67" name="Text 16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68" name="Shape 166"/>
          <p:cNvSpPr/>
          <p:nvPr/>
        </p:nvSpPr>
        <p:spPr>
          <a:xfrm>
            <a:off x="546273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9" name="Shape 167"/>
          <p:cNvSpPr/>
          <p:nvPr/>
        </p:nvSpPr>
        <p:spPr>
          <a:xfrm>
            <a:off x="619425" y="525780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7713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37713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16</a:t>
            </a:r>
            <a:endParaRPr lang="ar-SA" sz="650" dirty="0"/>
          </a:p>
        </p:txBody>
      </p:sp>
      <p:sp>
        <p:nvSpPr>
          <p:cNvPr id="172" name="Text 170"/>
          <p:cNvSpPr/>
          <p:nvPr/>
        </p:nvSpPr>
        <p:spPr>
          <a:xfrm>
            <a:off x="1433241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00" dirty="0"/>
          </a:p>
        </p:txBody>
      </p:sp>
      <p:sp>
        <p:nvSpPr>
          <p:cNvPr id="173" name="Text 171"/>
          <p:cNvSpPr/>
          <p:nvPr/>
        </p:nvSpPr>
        <p:spPr>
          <a:xfrm>
            <a:off x="637713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إغلاق الاستفسار المتبقي بشأن بيان طريقة العمل.</a:t>
            </a:r>
            <a:endParaRPr lang="ar-SA" sz="650" dirty="0"/>
          </a:p>
        </p:txBody>
      </p:sp>
      <p:sp>
        <p:nvSpPr>
          <p:cNvPr id="174" name="Shape 172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77" name="Shape 175"/>
          <p:cNvSpPr/>
          <p:nvPr/>
        </p:nvSpPr>
        <p:spPr>
          <a:xfrm>
            <a:off x="274320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78" name="Shape 176"/>
          <p:cNvSpPr/>
          <p:nvPr/>
        </p:nvSpPr>
        <p:spPr>
          <a:xfrm>
            <a:off x="347472" y="2532888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65760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65760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 رقم 17</a:t>
            </a:r>
            <a:endParaRPr lang="ar-SA" sz="650" dirty="0"/>
          </a:p>
        </p:txBody>
      </p:sp>
      <p:sp>
        <p:nvSpPr>
          <p:cNvPr id="181" name="Text 179"/>
          <p:cNvSpPr/>
          <p:nvPr/>
        </p:nvSpPr>
        <p:spPr>
          <a:xfrm>
            <a:off x="1161288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00" dirty="0"/>
          </a:p>
        </p:txBody>
      </p:sp>
      <p:sp>
        <p:nvSpPr>
          <p:cNvPr id="182" name="Text 180"/>
          <p:cNvSpPr/>
          <p:nvPr/>
        </p:nvSpPr>
        <p:spPr>
          <a:xfrm>
            <a:off x="365760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0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أصبح تصريح العمل جاهزاً للتوقيع والإصدار.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2026-10-21T12:01:41Z</dcterms:created>
  <dcterms:modified xsi:type="dcterms:W3CDTF">2026-10-21T12:01:41Z</dcterms:modified>
</cp:coreProperties>
</file>