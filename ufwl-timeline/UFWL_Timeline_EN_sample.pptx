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78308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93976" y="1005840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946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05556" y="1005840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1005840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64592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5459" y="3611880"/>
            <a:ext cx="457200" cy="457200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5459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395728"/>
            <a:ext cx="2001460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· BACKGROUND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requested to implement the foundation work that removes the soil-collapse risk.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1524896" y="4069080"/>
            <a:ext cx="0" cy="164592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96296" y="3611880"/>
            <a:ext cx="457200" cy="457200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296296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51014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24166" y="4233672"/>
            <a:ext cx="2001460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2454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· BACKGROUND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Department rejected the work permit request.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2175734" y="2350008"/>
            <a:ext cx="0" cy="1261872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47134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947134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101852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175004" y="1298448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93292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· PHASE 1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and Safety Department suspended all project activities on site.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2826572" y="4069080"/>
            <a:ext cx="0" cy="128016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597972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597972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752690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825842" y="5349240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844130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· PHASE 1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visit with all concerned departments (Permits, …) to assess site conditions.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477409" y="3447288"/>
            <a:ext cx="0" cy="164592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48809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248809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403527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2476679" y="2395728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94967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· PHASE 1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to the Permits Department in order to resume the work.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4128247" y="4069080"/>
            <a:ext cx="0" cy="164592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899647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3899647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054365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3127517" y="4233672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145805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· PHASE 1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Department asked for a more detailed action plan.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779085" y="2350008"/>
            <a:ext cx="0" cy="126187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50485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4550485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705203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3778355" y="1298448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796643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· PHASE 2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MoS and action plan sent to all departments for review and approval.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5429922" y="4069080"/>
            <a:ext cx="0" cy="128016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01322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5201322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4356040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4429192" y="5349240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47480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· PHASE 2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the way forward; departments asked to review and approve the measures.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6080760" y="3447288"/>
            <a:ext cx="0" cy="16459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852160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585216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5006878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5080030" y="2395728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098318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· PHASE 2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given on all clarifications about the proposed work and safety measures.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6731598" y="4069080"/>
            <a:ext cx="0" cy="16459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502998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6502998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657716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8" name="Shape 86"/>
          <p:cNvSpPr/>
          <p:nvPr/>
        </p:nvSpPr>
        <p:spPr>
          <a:xfrm>
            <a:off x="5730868" y="4233672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749156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· PHASE 2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Department raised a clarification on the Method Statement.</a:t>
            </a:r>
            <a:endParaRPr lang="en-US" sz="650" dirty="0"/>
          </a:p>
        </p:txBody>
      </p:sp>
      <p:sp>
        <p:nvSpPr>
          <p:cNvPr id="90" name="Shape 88"/>
          <p:cNvSpPr/>
          <p:nvPr/>
        </p:nvSpPr>
        <p:spPr>
          <a:xfrm>
            <a:off x="7382435" y="2350008"/>
            <a:ext cx="0" cy="126187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153835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2" name="Text 90"/>
          <p:cNvSpPr/>
          <p:nvPr/>
        </p:nvSpPr>
        <p:spPr>
          <a:xfrm>
            <a:off x="7153835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6308553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4" name="Shape 92"/>
          <p:cNvSpPr/>
          <p:nvPr/>
        </p:nvSpPr>
        <p:spPr>
          <a:xfrm>
            <a:off x="6381705" y="1298448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399993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· PHASE 2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revision of the MoS submitted to all concerned departments.</a:t>
            </a:r>
            <a:endParaRPr lang="en-US" sz="650" dirty="0"/>
          </a:p>
        </p:txBody>
      </p:sp>
      <p:sp>
        <p:nvSpPr>
          <p:cNvPr id="96" name="Shape 94"/>
          <p:cNvSpPr/>
          <p:nvPr/>
        </p:nvSpPr>
        <p:spPr>
          <a:xfrm>
            <a:off x="8033273" y="4069080"/>
            <a:ext cx="0" cy="128016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804673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8" name="Text 96"/>
          <p:cNvSpPr/>
          <p:nvPr/>
        </p:nvSpPr>
        <p:spPr>
          <a:xfrm>
            <a:off x="7804673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6959391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7032543" y="5349240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050831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PHASE 3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documents shared; Safety contacted to facilitate the permit issuance.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8684111" y="3447288"/>
            <a:ext cx="0" cy="16459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455511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8455511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7610228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7683380" y="2395728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701668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PHASE 3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sent to the concerned departments for their approval.</a:t>
            </a:r>
            <a:endParaRPr lang="en-US" sz="650" dirty="0"/>
          </a:p>
        </p:txBody>
      </p:sp>
      <p:sp>
        <p:nvSpPr>
          <p:cNvPr id="108" name="Shape 106"/>
          <p:cNvSpPr/>
          <p:nvPr/>
        </p:nvSpPr>
        <p:spPr>
          <a:xfrm>
            <a:off x="9334948" y="4069080"/>
            <a:ext cx="0" cy="16459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106348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0" name="Text 108"/>
          <p:cNvSpPr/>
          <p:nvPr/>
        </p:nvSpPr>
        <p:spPr>
          <a:xfrm>
            <a:off x="9106348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8261066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2" name="Shape 110"/>
          <p:cNvSpPr/>
          <p:nvPr/>
        </p:nvSpPr>
        <p:spPr>
          <a:xfrm>
            <a:off x="8334218" y="4233672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352506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PHASE 3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comments received from other departments.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9985786" y="2350008"/>
            <a:ext cx="0" cy="126187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757186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9757186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8911904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8985056" y="1298448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003344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· PHASE 3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revision of the MoS submitted to all for approval.</a:t>
            </a:r>
            <a:endParaRPr lang="en-US" sz="650" dirty="0"/>
          </a:p>
        </p:txBody>
      </p:sp>
      <p:sp>
        <p:nvSpPr>
          <p:cNvPr id="120" name="Shape 118"/>
          <p:cNvSpPr/>
          <p:nvPr/>
        </p:nvSpPr>
        <p:spPr>
          <a:xfrm>
            <a:off x="10636624" y="4069080"/>
            <a:ext cx="0" cy="128016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408024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2" name="Text 120"/>
          <p:cNvSpPr/>
          <p:nvPr/>
        </p:nvSpPr>
        <p:spPr>
          <a:xfrm>
            <a:off x="10408024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9562741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4" name="Shape 122"/>
          <p:cNvSpPr/>
          <p:nvPr/>
        </p:nvSpPr>
        <p:spPr>
          <a:xfrm>
            <a:off x="9635893" y="5349240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9654181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· PHASE 3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clarification on the Method Statement was cleared.</a:t>
            </a:r>
            <a:endParaRPr lang="en-US" sz="650" dirty="0"/>
          </a:p>
        </p:txBody>
      </p:sp>
      <p:sp>
        <p:nvSpPr>
          <p:cNvPr id="126" name="Shape 124"/>
          <p:cNvSpPr/>
          <p:nvPr/>
        </p:nvSpPr>
        <p:spPr>
          <a:xfrm>
            <a:off x="11287461" y="3447288"/>
            <a:ext cx="0" cy="16459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1058861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8" name="Text 126"/>
          <p:cNvSpPr/>
          <p:nvPr/>
        </p:nvSpPr>
        <p:spPr>
          <a:xfrm>
            <a:off x="11058861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9769611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0" name="Shape 128"/>
          <p:cNvSpPr/>
          <p:nvPr/>
        </p:nvSpPr>
        <p:spPr>
          <a:xfrm>
            <a:off x="9842763" y="2395728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861051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· PHASE 3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Permit is ready to be signed and issued.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2026-10-21T11:23:03Z</dcterms:created>
  <dcterms:modified xsi:type="dcterms:W3CDTF">2026-10-21T11:23:03Z</dcterms:modified>
</cp:coreProperties>
</file>