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 (1/3)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7066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5874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0278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4682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90860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70660" y="3063240"/>
            <a:ext cx="0" cy="338328"/>
          </a:xfrm>
          <a:prstGeom prst="line">
            <a:avLst/>
          </a:prstGeom>
          <a:noFill/>
          <a:ln w="28575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4628" y="3401568"/>
            <a:ext cx="512064" cy="512064"/>
          </a:xfrm>
          <a:prstGeom prst="ellipse">
            <a:avLst/>
          </a:prstGeom>
          <a:solidFill>
            <a:srgbClr val="7A8791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1462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058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87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058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1371600"/>
            <a:ext cx="2951988" cy="73152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· BACKGROUND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August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requested to implement the foundation work that removes the soil-collapse risk.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14700" y="3913632"/>
            <a:ext cx="0" cy="384048"/>
          </a:xfrm>
          <a:prstGeom prst="line">
            <a:avLst/>
          </a:prstGeom>
          <a:noFill/>
          <a:ln w="28575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863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0863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 days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058668" y="3401568"/>
            <a:ext cx="512064" cy="512064"/>
          </a:xfrm>
          <a:prstGeom prst="ellipse">
            <a:avLst/>
          </a:prstGeom>
          <a:solidFill>
            <a:srgbClr val="7A8791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05866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7462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879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7462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747266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838706" y="4297680"/>
            <a:ext cx="2951988" cy="73152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11858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· BACKGROUND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September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rejected the work permit request.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58740" y="3063240"/>
            <a:ext cx="0" cy="33832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5267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5267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02708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90270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51866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1866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591306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682746" y="137160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55898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· PHASE 1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and Safety Department suspended all project activities on site.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002780" y="3913632"/>
            <a:ext cx="0" cy="38404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9671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9671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days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746748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74674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36270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6270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435346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526786" y="429768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99938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· PHASE 1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visit with all concerned departments (Permits, …) to assess site conditions.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846820" y="3063240"/>
            <a:ext cx="0" cy="33832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4075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4075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90788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859078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0674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0674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279386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370826" y="137160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43978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· PHASE 1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Permits Department in order to resume the work.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0690860" y="3913632"/>
            <a:ext cx="0" cy="38404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38479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8479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10434828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1043482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005078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5078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691067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8782507" y="429768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55659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· PHASE 1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asked for a more detailed action plan.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 (2/3)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7066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5874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0278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46820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90860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70660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4628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1462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058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058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· PHASE 2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MoS and action plan sent to all departments for review and approval.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14700" y="3913632"/>
            <a:ext cx="0" cy="38404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863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0863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058668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05866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7462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7462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747266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838706" y="429768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11858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· PHASE 2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the way forward; departments asked to review and approve the measures.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58740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5267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5267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02708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90270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51866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1866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591306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682746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55898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· PHASE 2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given on all clarifications about the proposed work and safety measures.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002780" y="3913632"/>
            <a:ext cx="0" cy="38404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9671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9671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746748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74674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36270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6270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435346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526786" y="429768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99938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· PHASE 2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Department raised a clarification on the Method Statement.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846820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4075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4075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90788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859078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0674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0674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279386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370826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43978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· PHASE 2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revision of the MoS submitted to all concerned departments.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0690860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384792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84792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10434828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1043482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005078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5078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691067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8782507" y="4297680"/>
            <a:ext cx="2951988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55659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shared; Safety contacted to facilitate the permit issuance.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 (3/3)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1106424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55064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7912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06456" y="3621024"/>
            <a:ext cx="1106424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55064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99032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99032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14984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984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sent to the concerned departments for their approval.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67912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77440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11880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611880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27832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27832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67712" y="429768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359152" y="429768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32304" y="442569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comments received from other departments.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080760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90288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90288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days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824728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24728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4068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0680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80560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572000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45152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revision of the MoS submitted to all for approval.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293608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03136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03136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37576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037576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653528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53528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93408" y="429768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84848" y="429768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0" y="442569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clarification on the Method Statement was cleared.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0506456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15984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015984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0250424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10250424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9866376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866376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25535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716975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790127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8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PHASE 3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5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9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October 2026</a:t>
            </a:r>
            <a:endParaRPr lang="en-US" sz="8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Permit is ready to be signed and issued.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2026-10-21T11:14:20Z</dcterms:created>
  <dcterms:modified xsi:type="dcterms:W3CDTF">2026-10-21T11:14:20Z</dcterms:modified>
</cp:coreProperties>
</file>